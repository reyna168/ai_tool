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8" r:id="rId1"/>
  </p:sldMasterIdLst>
  <p:sldIdLst>
    <p:sldId id="256" r:id="rId2"/>
    <p:sldId id="258" r:id="rId3"/>
    <p:sldId id="266" r:id="rId4"/>
    <p:sldId id="265" r:id="rId5"/>
    <p:sldId id="264" r:id="rId6"/>
    <p:sldId id="259" r:id="rId7"/>
    <p:sldId id="263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B1F9C5-FFD3-34D4-0FDD-A239CE1532D3}" v="1590" dt="2025-11-13T08:25:11.0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6A4FE1-51AC-4941-AB0C-5C112BF6627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34953F-5CBF-4B8F-A4B9-6709F47DAC75}">
      <dgm:prSet/>
      <dgm:spPr/>
      <dgm:t>
        <a:bodyPr/>
        <a:lstStyle/>
        <a:p>
          <a:r>
            <a:rPr lang="en-US"/>
            <a:t>遊戲內容：</a:t>
          </a:r>
        </a:p>
      </dgm:t>
    </dgm:pt>
    <dgm:pt modelId="{9A7E639F-3F0B-4B35-A3A7-C6B92E5CFA7F}" type="parTrans" cxnId="{DE6E8D05-44D3-4D74-B998-209681DEB827}">
      <dgm:prSet/>
      <dgm:spPr/>
      <dgm:t>
        <a:bodyPr/>
        <a:lstStyle/>
        <a:p>
          <a:endParaRPr lang="en-US"/>
        </a:p>
      </dgm:t>
    </dgm:pt>
    <dgm:pt modelId="{F5D829D2-7BF3-4D66-B87B-E1F4EDBAA799}" type="sibTrans" cxnId="{DE6E8D05-44D3-4D74-B998-209681DEB827}">
      <dgm:prSet/>
      <dgm:spPr/>
      <dgm:t>
        <a:bodyPr/>
        <a:lstStyle/>
        <a:p>
          <a:endParaRPr lang="en-US"/>
        </a:p>
      </dgm:t>
    </dgm:pt>
    <dgm:pt modelId="{0FD4ED2E-949D-4866-B895-6F7CF4CEEFB5}">
      <dgm:prSet/>
      <dgm:spPr/>
      <dgm:t>
        <a:bodyPr/>
        <a:lstStyle/>
        <a:p>
          <a:r>
            <a:rPr lang="en-US" dirty="0"/>
            <a:t>1️⃣ </a:t>
          </a:r>
          <a:r>
            <a:rPr lang="zh-TW" dirty="0"/>
            <a:t> 終極密碼</a:t>
          </a:r>
          <a:endParaRPr lang="en-US" altLang="zh-TW" dirty="0"/>
        </a:p>
        <a:p>
          <a:r>
            <a:rPr lang="en-US" altLang="zh-TW" dirty="0"/>
            <a:t>(</a:t>
          </a:r>
          <a:r>
            <a:rPr lang="zh-TW" altLang="en-US" dirty="0"/>
            <a:t>電腦遊</a:t>
          </a:r>
          <a:r>
            <a:rPr lang="zh-TW" dirty="0"/>
            <a:t>戲</a:t>
          </a:r>
          <a:r>
            <a:rPr lang="en-US" altLang="zh-TW" dirty="0"/>
            <a:t>)</a:t>
          </a:r>
          <a:r>
            <a:rPr lang="zh-TW" dirty="0"/>
            <a:t> </a:t>
          </a:r>
          <a:endParaRPr lang="en-US" dirty="0"/>
        </a:p>
      </dgm:t>
    </dgm:pt>
    <dgm:pt modelId="{52066103-DF93-46E6-A7E0-7BDF93E22662}" type="parTrans" cxnId="{8BAFE3D1-F6B6-42D9-B8FF-A70DB63E43D1}">
      <dgm:prSet/>
      <dgm:spPr/>
      <dgm:t>
        <a:bodyPr/>
        <a:lstStyle/>
        <a:p>
          <a:endParaRPr lang="en-US"/>
        </a:p>
      </dgm:t>
    </dgm:pt>
    <dgm:pt modelId="{D51228B7-BF8E-4E41-A1FD-4CF9AB33368C}" type="sibTrans" cxnId="{8BAFE3D1-F6B6-42D9-B8FF-A70DB63E43D1}">
      <dgm:prSet/>
      <dgm:spPr/>
      <dgm:t>
        <a:bodyPr/>
        <a:lstStyle/>
        <a:p>
          <a:endParaRPr lang="en-US"/>
        </a:p>
      </dgm:t>
    </dgm:pt>
    <dgm:pt modelId="{D135B0BD-4FCA-40F9-8718-106C353695E8}">
      <dgm:prSet/>
      <dgm:spPr/>
      <dgm:t>
        <a:bodyPr/>
        <a:lstStyle/>
        <a:p>
          <a:r>
            <a:rPr lang="en-US" dirty="0"/>
            <a:t>2️⃣ </a:t>
          </a:r>
          <a:r>
            <a:rPr lang="zh-TW" dirty="0"/>
            <a:t> 賓果遊戲</a:t>
          </a:r>
          <a:endParaRPr lang="en-US" altLang="zh-TW" dirty="0"/>
        </a:p>
        <a:p>
          <a:r>
            <a:rPr lang="en-US" altLang="zh-TW" dirty="0"/>
            <a:t>(</a:t>
          </a:r>
          <a:r>
            <a:rPr lang="zh-TW" altLang="en-US" dirty="0"/>
            <a:t>電腦遊</a:t>
          </a:r>
          <a:r>
            <a:rPr lang="zh-TW" dirty="0"/>
            <a:t>戲</a:t>
          </a:r>
          <a:r>
            <a:rPr lang="en-US" altLang="zh-TW" dirty="0"/>
            <a:t>)</a:t>
          </a:r>
          <a:endParaRPr lang="en-US" dirty="0"/>
        </a:p>
      </dgm:t>
    </dgm:pt>
    <dgm:pt modelId="{D730F923-652A-415F-9874-186B5E621597}" type="parTrans" cxnId="{AACDA6CC-611A-4084-9980-A86CC56888BA}">
      <dgm:prSet/>
      <dgm:spPr/>
      <dgm:t>
        <a:bodyPr/>
        <a:lstStyle/>
        <a:p>
          <a:endParaRPr lang="en-US"/>
        </a:p>
      </dgm:t>
    </dgm:pt>
    <dgm:pt modelId="{621C3DC0-725F-4B8F-B2B4-2A560774AEA7}" type="sibTrans" cxnId="{AACDA6CC-611A-4084-9980-A86CC56888BA}">
      <dgm:prSet/>
      <dgm:spPr/>
      <dgm:t>
        <a:bodyPr/>
        <a:lstStyle/>
        <a:p>
          <a:endParaRPr lang="en-US"/>
        </a:p>
      </dgm:t>
    </dgm:pt>
    <dgm:pt modelId="{42EBE27B-09B2-4165-A45A-967D9BB56492}" type="pres">
      <dgm:prSet presAssocID="{216A4FE1-51AC-4941-AB0C-5C112BF6627B}" presName="linear" presStyleCnt="0">
        <dgm:presLayoutVars>
          <dgm:animLvl val="lvl"/>
          <dgm:resizeHandles val="exact"/>
        </dgm:presLayoutVars>
      </dgm:prSet>
      <dgm:spPr/>
    </dgm:pt>
    <dgm:pt modelId="{5404F8DB-9CEE-4CB2-BD45-4CDBF903E895}" type="pres">
      <dgm:prSet presAssocID="{7534953F-5CBF-4B8F-A4B9-6709F47DAC7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9386A87-03CF-43FA-A30E-95E376EA8170}" type="pres">
      <dgm:prSet presAssocID="{F5D829D2-7BF3-4D66-B87B-E1F4EDBAA799}" presName="spacer" presStyleCnt="0"/>
      <dgm:spPr/>
    </dgm:pt>
    <dgm:pt modelId="{10848D1B-3F7D-4F78-BEB3-B88F336C05DC}" type="pres">
      <dgm:prSet presAssocID="{0FD4ED2E-949D-4866-B895-6F7CF4CEEFB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9135838-88CF-44FC-92D8-C96353B7259C}" type="pres">
      <dgm:prSet presAssocID="{D51228B7-BF8E-4E41-A1FD-4CF9AB33368C}" presName="spacer" presStyleCnt="0"/>
      <dgm:spPr/>
    </dgm:pt>
    <dgm:pt modelId="{F3BED497-10DD-43DE-8862-19F3B182E9AA}" type="pres">
      <dgm:prSet presAssocID="{D135B0BD-4FCA-40F9-8718-106C353695E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E6E8D05-44D3-4D74-B998-209681DEB827}" srcId="{216A4FE1-51AC-4941-AB0C-5C112BF6627B}" destId="{7534953F-5CBF-4B8F-A4B9-6709F47DAC75}" srcOrd="0" destOrd="0" parTransId="{9A7E639F-3F0B-4B35-A3A7-C6B92E5CFA7F}" sibTransId="{F5D829D2-7BF3-4D66-B87B-E1F4EDBAA799}"/>
    <dgm:cxn modelId="{AA1B4588-AB09-4943-8AAD-6D691F689994}" type="presOf" srcId="{216A4FE1-51AC-4941-AB0C-5C112BF6627B}" destId="{42EBE27B-09B2-4165-A45A-967D9BB56492}" srcOrd="0" destOrd="0" presId="urn:microsoft.com/office/officeart/2005/8/layout/vList2"/>
    <dgm:cxn modelId="{86DD33C4-14CF-4B97-99AA-08574BB16292}" type="presOf" srcId="{7534953F-5CBF-4B8F-A4B9-6709F47DAC75}" destId="{5404F8DB-9CEE-4CB2-BD45-4CDBF903E895}" srcOrd="0" destOrd="0" presId="urn:microsoft.com/office/officeart/2005/8/layout/vList2"/>
    <dgm:cxn modelId="{11B538CA-F63F-4422-91F1-2EC4FBEFFC2C}" type="presOf" srcId="{0FD4ED2E-949D-4866-B895-6F7CF4CEEFB5}" destId="{10848D1B-3F7D-4F78-BEB3-B88F336C05DC}" srcOrd="0" destOrd="0" presId="urn:microsoft.com/office/officeart/2005/8/layout/vList2"/>
    <dgm:cxn modelId="{AACDA6CC-611A-4084-9980-A86CC56888BA}" srcId="{216A4FE1-51AC-4941-AB0C-5C112BF6627B}" destId="{D135B0BD-4FCA-40F9-8718-106C353695E8}" srcOrd="2" destOrd="0" parTransId="{D730F923-652A-415F-9874-186B5E621597}" sibTransId="{621C3DC0-725F-4B8F-B2B4-2A560774AEA7}"/>
    <dgm:cxn modelId="{615ABCCF-A81E-4D01-8479-3DD883672491}" type="presOf" srcId="{D135B0BD-4FCA-40F9-8718-106C353695E8}" destId="{F3BED497-10DD-43DE-8862-19F3B182E9AA}" srcOrd="0" destOrd="0" presId="urn:microsoft.com/office/officeart/2005/8/layout/vList2"/>
    <dgm:cxn modelId="{8BAFE3D1-F6B6-42D9-B8FF-A70DB63E43D1}" srcId="{216A4FE1-51AC-4941-AB0C-5C112BF6627B}" destId="{0FD4ED2E-949D-4866-B895-6F7CF4CEEFB5}" srcOrd="1" destOrd="0" parTransId="{52066103-DF93-46E6-A7E0-7BDF93E22662}" sibTransId="{D51228B7-BF8E-4E41-A1FD-4CF9AB33368C}"/>
    <dgm:cxn modelId="{F7612870-DFA0-4157-A096-F3BB4CA1DA8A}" type="presParOf" srcId="{42EBE27B-09B2-4165-A45A-967D9BB56492}" destId="{5404F8DB-9CEE-4CB2-BD45-4CDBF903E895}" srcOrd="0" destOrd="0" presId="urn:microsoft.com/office/officeart/2005/8/layout/vList2"/>
    <dgm:cxn modelId="{BFA475A7-BAF8-480F-A3C0-0EAB70147624}" type="presParOf" srcId="{42EBE27B-09B2-4165-A45A-967D9BB56492}" destId="{49386A87-03CF-43FA-A30E-95E376EA8170}" srcOrd="1" destOrd="0" presId="urn:microsoft.com/office/officeart/2005/8/layout/vList2"/>
    <dgm:cxn modelId="{9A4BD29D-12D0-4470-81B7-671631B9ADCE}" type="presParOf" srcId="{42EBE27B-09B2-4165-A45A-967D9BB56492}" destId="{10848D1B-3F7D-4F78-BEB3-B88F336C05DC}" srcOrd="2" destOrd="0" presId="urn:microsoft.com/office/officeart/2005/8/layout/vList2"/>
    <dgm:cxn modelId="{30800A02-4388-4326-8C55-48FBCADDB473}" type="presParOf" srcId="{42EBE27B-09B2-4165-A45A-967D9BB56492}" destId="{C9135838-88CF-44FC-92D8-C96353B7259C}" srcOrd="3" destOrd="0" presId="urn:microsoft.com/office/officeart/2005/8/layout/vList2"/>
    <dgm:cxn modelId="{0A214E9E-C06D-489A-8321-609E01F973B1}" type="presParOf" srcId="{42EBE27B-09B2-4165-A45A-967D9BB56492}" destId="{F3BED497-10DD-43DE-8862-19F3B182E9A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207E53-5D72-4F35-B8BA-4D32728F28A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3316CE1-C72C-4DE4-A0AF-438B165D8E66}">
      <dgm:prSet/>
      <dgm:spPr/>
      <dgm:t>
        <a:bodyPr/>
        <a:lstStyle/>
        <a:p>
          <a:r>
            <a:rPr lang="zh-TW"/>
            <a:t>獎品類型：</a:t>
          </a:r>
          <a:endParaRPr lang="en-US"/>
        </a:p>
      </dgm:t>
    </dgm:pt>
    <dgm:pt modelId="{6B657667-F971-4A74-B23B-F17BD0356430}" type="parTrans" cxnId="{C28DD38F-7204-41B8-AF56-C334C673A157}">
      <dgm:prSet/>
      <dgm:spPr/>
      <dgm:t>
        <a:bodyPr/>
        <a:lstStyle/>
        <a:p>
          <a:endParaRPr lang="en-US"/>
        </a:p>
      </dgm:t>
    </dgm:pt>
    <dgm:pt modelId="{9805FBE8-1748-44FF-9CE6-B8DF1B1E0F59}" type="sibTrans" cxnId="{C28DD38F-7204-41B8-AF56-C334C673A157}">
      <dgm:prSet/>
      <dgm:spPr/>
      <dgm:t>
        <a:bodyPr/>
        <a:lstStyle/>
        <a:p>
          <a:endParaRPr lang="en-US"/>
        </a:p>
      </dgm:t>
    </dgm:pt>
    <dgm:pt modelId="{5B9DFACC-1655-45E6-B26E-5D4D1BB0CD6C}">
      <dgm:prSet/>
      <dgm:spPr/>
      <dgm:t>
        <a:bodyPr/>
        <a:lstStyle/>
        <a:p>
          <a:r>
            <a:rPr lang="zh-TW"/>
            <a:t>🏆</a:t>
          </a:r>
          <a:r>
            <a:rPr lang="en-US"/>
            <a:t> </a:t>
          </a:r>
          <a:r>
            <a:rPr lang="zh-TW"/>
            <a:t>頭獎：</a:t>
          </a:r>
          <a:r>
            <a:rPr lang="en-US"/>
            <a:t>iphone 17 </a:t>
          </a:r>
          <a:r>
            <a:rPr lang="zh-TW"/>
            <a:t>*1   </a:t>
          </a:r>
          <a:r>
            <a:rPr lang="en-US"/>
            <a:t>50,000</a:t>
          </a:r>
        </a:p>
      </dgm:t>
    </dgm:pt>
    <dgm:pt modelId="{15224C2D-8CD0-4141-B97B-1587EEF951B8}" type="parTrans" cxnId="{9377B397-9EF3-4C5A-B1CD-8E949A22B286}">
      <dgm:prSet/>
      <dgm:spPr/>
      <dgm:t>
        <a:bodyPr/>
        <a:lstStyle/>
        <a:p>
          <a:endParaRPr lang="en-US"/>
        </a:p>
      </dgm:t>
    </dgm:pt>
    <dgm:pt modelId="{A13743C1-39F2-4EA8-A1A3-84F034D34E2E}" type="sibTrans" cxnId="{9377B397-9EF3-4C5A-B1CD-8E949A22B286}">
      <dgm:prSet/>
      <dgm:spPr/>
      <dgm:t>
        <a:bodyPr/>
        <a:lstStyle/>
        <a:p>
          <a:endParaRPr lang="en-US"/>
        </a:p>
      </dgm:t>
    </dgm:pt>
    <dgm:pt modelId="{4E88695A-6D35-49D1-BDF4-C94540376937}">
      <dgm:prSet/>
      <dgm:spPr/>
      <dgm:t>
        <a:bodyPr/>
        <a:lstStyle/>
        <a:p>
          <a:r>
            <a:rPr lang="zh-TW"/>
            <a:t>🥈</a:t>
          </a:r>
          <a:r>
            <a:rPr lang="en-US"/>
            <a:t> </a:t>
          </a:r>
          <a:r>
            <a:rPr lang="zh-TW"/>
            <a:t>二獎 ：</a:t>
          </a:r>
          <a:r>
            <a:rPr lang="en-US"/>
            <a:t>15,000 * 3</a:t>
          </a:r>
        </a:p>
      </dgm:t>
    </dgm:pt>
    <dgm:pt modelId="{CEE1011E-53E3-477A-8A43-8132C604CED8}" type="parTrans" cxnId="{3D4D61FF-A378-4D90-8488-74866C502836}">
      <dgm:prSet/>
      <dgm:spPr/>
      <dgm:t>
        <a:bodyPr/>
        <a:lstStyle/>
        <a:p>
          <a:endParaRPr lang="en-US"/>
        </a:p>
      </dgm:t>
    </dgm:pt>
    <dgm:pt modelId="{56324CB4-2B9C-4285-8473-B2C747E8098E}" type="sibTrans" cxnId="{3D4D61FF-A378-4D90-8488-74866C502836}">
      <dgm:prSet/>
      <dgm:spPr/>
      <dgm:t>
        <a:bodyPr/>
        <a:lstStyle/>
        <a:p>
          <a:endParaRPr lang="en-US"/>
        </a:p>
      </dgm:t>
    </dgm:pt>
    <dgm:pt modelId="{8F2A95B4-F89A-4A5F-9916-89F66689A578}">
      <dgm:prSet/>
      <dgm:spPr/>
      <dgm:t>
        <a:bodyPr/>
        <a:lstStyle/>
        <a:p>
          <a:r>
            <a:rPr lang="zh-TW"/>
            <a:t>🥉</a:t>
          </a:r>
          <a:r>
            <a:rPr lang="en-US"/>
            <a:t> </a:t>
          </a:r>
          <a:r>
            <a:rPr lang="zh-TW"/>
            <a:t>三獎： </a:t>
          </a:r>
          <a:r>
            <a:rPr lang="en-US"/>
            <a:t>6,</a:t>
          </a:r>
          <a:r>
            <a:rPr lang="zh-TW"/>
            <a:t>000 *  10</a:t>
          </a:r>
          <a:endParaRPr lang="en-US"/>
        </a:p>
      </dgm:t>
    </dgm:pt>
    <dgm:pt modelId="{48A2DD7E-7F12-4335-AC55-90C6B662260E}" type="parTrans" cxnId="{59D3AB76-A5B3-402A-AD2E-FC9657D68831}">
      <dgm:prSet/>
      <dgm:spPr/>
      <dgm:t>
        <a:bodyPr/>
        <a:lstStyle/>
        <a:p>
          <a:endParaRPr lang="en-US"/>
        </a:p>
      </dgm:t>
    </dgm:pt>
    <dgm:pt modelId="{F4099F92-73DC-41A6-866E-05B3B10BC022}" type="sibTrans" cxnId="{59D3AB76-A5B3-402A-AD2E-FC9657D68831}">
      <dgm:prSet/>
      <dgm:spPr/>
      <dgm:t>
        <a:bodyPr/>
        <a:lstStyle/>
        <a:p>
          <a:endParaRPr lang="en-US"/>
        </a:p>
      </dgm:t>
    </dgm:pt>
    <dgm:pt modelId="{74DA10EE-4617-4FBC-821F-CEF03F442191}">
      <dgm:prSet/>
      <dgm:spPr/>
      <dgm:t>
        <a:bodyPr/>
        <a:lstStyle/>
        <a:p>
          <a:r>
            <a:rPr lang="zh-TW"/>
            <a:t>遊戲獎項  500  *</a:t>
          </a:r>
          <a:r>
            <a:rPr lang="en-US"/>
            <a:t>2</a:t>
          </a:r>
          <a:r>
            <a:rPr lang="zh-TW"/>
            <a:t>0</a:t>
          </a:r>
          <a:endParaRPr lang="en-US"/>
        </a:p>
      </dgm:t>
    </dgm:pt>
    <dgm:pt modelId="{71CB132D-7708-4498-8BE7-C4D9E9D8349C}" type="parTrans" cxnId="{03A8043D-1BC5-45E1-83D0-8EB7A705B820}">
      <dgm:prSet/>
      <dgm:spPr/>
      <dgm:t>
        <a:bodyPr/>
        <a:lstStyle/>
        <a:p>
          <a:endParaRPr lang="en-US"/>
        </a:p>
      </dgm:t>
    </dgm:pt>
    <dgm:pt modelId="{B85BD5AB-1339-4A8C-9B41-448D64851B5A}" type="sibTrans" cxnId="{03A8043D-1BC5-45E1-83D0-8EB7A705B820}">
      <dgm:prSet/>
      <dgm:spPr/>
      <dgm:t>
        <a:bodyPr/>
        <a:lstStyle/>
        <a:p>
          <a:endParaRPr lang="en-US"/>
        </a:p>
      </dgm:t>
    </dgm:pt>
    <dgm:pt modelId="{B763A11D-E613-4DA2-B3BF-41527F806C12}">
      <dgm:prSet/>
      <dgm:spPr/>
      <dgm:t>
        <a:bodyPr/>
        <a:lstStyle/>
        <a:p>
          <a:r>
            <a:rPr lang="zh-TW"/>
            <a:t>🎁</a:t>
          </a:r>
          <a:r>
            <a:rPr lang="en-US"/>
            <a:t> </a:t>
          </a:r>
          <a:r>
            <a:rPr lang="zh-TW"/>
            <a:t>參加獎等值禮卷： </a:t>
          </a:r>
          <a:r>
            <a:rPr lang="en-US"/>
            <a:t>75</a:t>
          </a:r>
          <a:r>
            <a:rPr lang="zh-TW"/>
            <a:t>*</a:t>
          </a:r>
          <a:r>
            <a:rPr lang="en-US"/>
            <a:t>5</a:t>
          </a:r>
          <a:r>
            <a:rPr lang="zh-TW"/>
            <a:t>00</a:t>
          </a:r>
          <a:endParaRPr lang="en-US"/>
        </a:p>
      </dgm:t>
    </dgm:pt>
    <dgm:pt modelId="{A494934F-B7C3-4F9F-98C3-BF167CC3ECE8}" type="parTrans" cxnId="{8C6F363A-D9A3-4751-BCBC-04129090E6B5}">
      <dgm:prSet/>
      <dgm:spPr/>
      <dgm:t>
        <a:bodyPr/>
        <a:lstStyle/>
        <a:p>
          <a:endParaRPr lang="en-US"/>
        </a:p>
      </dgm:t>
    </dgm:pt>
    <dgm:pt modelId="{4F94C196-BB65-4282-88CA-14C5369DD4DE}" type="sibTrans" cxnId="{8C6F363A-D9A3-4751-BCBC-04129090E6B5}">
      <dgm:prSet/>
      <dgm:spPr/>
      <dgm:t>
        <a:bodyPr/>
        <a:lstStyle/>
        <a:p>
          <a:endParaRPr lang="en-US"/>
        </a:p>
      </dgm:t>
    </dgm:pt>
    <dgm:pt modelId="{B65053E5-8738-43E9-BE8C-FA878DA4AB15}" type="pres">
      <dgm:prSet presAssocID="{F1207E53-5D72-4F35-B8BA-4D32728F28AC}" presName="vert0" presStyleCnt="0">
        <dgm:presLayoutVars>
          <dgm:dir/>
          <dgm:animOne val="branch"/>
          <dgm:animLvl val="lvl"/>
        </dgm:presLayoutVars>
      </dgm:prSet>
      <dgm:spPr/>
    </dgm:pt>
    <dgm:pt modelId="{4F3E2991-6AA8-497F-A047-11B648F478F7}" type="pres">
      <dgm:prSet presAssocID="{23316CE1-C72C-4DE4-A0AF-438B165D8E66}" presName="thickLine" presStyleLbl="alignNode1" presStyleIdx="0" presStyleCnt="6"/>
      <dgm:spPr/>
    </dgm:pt>
    <dgm:pt modelId="{49C0CD2C-E458-432F-AAF4-B7AC52CF6222}" type="pres">
      <dgm:prSet presAssocID="{23316CE1-C72C-4DE4-A0AF-438B165D8E66}" presName="horz1" presStyleCnt="0"/>
      <dgm:spPr/>
    </dgm:pt>
    <dgm:pt modelId="{BFA8D0AE-AA0A-4C15-BA69-C6690695009D}" type="pres">
      <dgm:prSet presAssocID="{23316CE1-C72C-4DE4-A0AF-438B165D8E66}" presName="tx1" presStyleLbl="revTx" presStyleIdx="0" presStyleCnt="6"/>
      <dgm:spPr/>
    </dgm:pt>
    <dgm:pt modelId="{DD156D98-E917-41D4-A093-60617FFD1272}" type="pres">
      <dgm:prSet presAssocID="{23316CE1-C72C-4DE4-A0AF-438B165D8E66}" presName="vert1" presStyleCnt="0"/>
      <dgm:spPr/>
    </dgm:pt>
    <dgm:pt modelId="{E6D2AE48-638B-4FD7-920F-7BB127ADE4B8}" type="pres">
      <dgm:prSet presAssocID="{5B9DFACC-1655-45E6-B26E-5D4D1BB0CD6C}" presName="thickLine" presStyleLbl="alignNode1" presStyleIdx="1" presStyleCnt="6"/>
      <dgm:spPr/>
    </dgm:pt>
    <dgm:pt modelId="{51472DD9-4998-4AD0-900D-13B2F1548B32}" type="pres">
      <dgm:prSet presAssocID="{5B9DFACC-1655-45E6-B26E-5D4D1BB0CD6C}" presName="horz1" presStyleCnt="0"/>
      <dgm:spPr/>
    </dgm:pt>
    <dgm:pt modelId="{5E81DEDA-F120-442E-82A3-247C665E063F}" type="pres">
      <dgm:prSet presAssocID="{5B9DFACC-1655-45E6-B26E-5D4D1BB0CD6C}" presName="tx1" presStyleLbl="revTx" presStyleIdx="1" presStyleCnt="6"/>
      <dgm:spPr/>
    </dgm:pt>
    <dgm:pt modelId="{FAE9034C-8308-401E-91EA-ACF5D3EC1A4C}" type="pres">
      <dgm:prSet presAssocID="{5B9DFACC-1655-45E6-B26E-5D4D1BB0CD6C}" presName="vert1" presStyleCnt="0"/>
      <dgm:spPr/>
    </dgm:pt>
    <dgm:pt modelId="{C6B089C3-BDD2-414E-8168-E2B971307776}" type="pres">
      <dgm:prSet presAssocID="{4E88695A-6D35-49D1-BDF4-C94540376937}" presName="thickLine" presStyleLbl="alignNode1" presStyleIdx="2" presStyleCnt="6"/>
      <dgm:spPr/>
    </dgm:pt>
    <dgm:pt modelId="{28B8000B-01CE-433E-B2BB-D74708F3051D}" type="pres">
      <dgm:prSet presAssocID="{4E88695A-6D35-49D1-BDF4-C94540376937}" presName="horz1" presStyleCnt="0"/>
      <dgm:spPr/>
    </dgm:pt>
    <dgm:pt modelId="{97161404-E08F-43C4-972D-B496D709891E}" type="pres">
      <dgm:prSet presAssocID="{4E88695A-6D35-49D1-BDF4-C94540376937}" presName="tx1" presStyleLbl="revTx" presStyleIdx="2" presStyleCnt="6"/>
      <dgm:spPr/>
    </dgm:pt>
    <dgm:pt modelId="{D5F5AA4B-782F-41C4-8DE6-980D36FE5E70}" type="pres">
      <dgm:prSet presAssocID="{4E88695A-6D35-49D1-BDF4-C94540376937}" presName="vert1" presStyleCnt="0"/>
      <dgm:spPr/>
    </dgm:pt>
    <dgm:pt modelId="{F56B5D53-172C-44A7-A6F4-21DA3AF24D80}" type="pres">
      <dgm:prSet presAssocID="{8F2A95B4-F89A-4A5F-9916-89F66689A578}" presName="thickLine" presStyleLbl="alignNode1" presStyleIdx="3" presStyleCnt="6"/>
      <dgm:spPr/>
    </dgm:pt>
    <dgm:pt modelId="{C5E18D3F-0B16-4E4C-AF7F-83D636484A0E}" type="pres">
      <dgm:prSet presAssocID="{8F2A95B4-F89A-4A5F-9916-89F66689A578}" presName="horz1" presStyleCnt="0"/>
      <dgm:spPr/>
    </dgm:pt>
    <dgm:pt modelId="{BA8C8346-E32D-40F9-A242-D4E2E2E004FC}" type="pres">
      <dgm:prSet presAssocID="{8F2A95B4-F89A-4A5F-9916-89F66689A578}" presName="tx1" presStyleLbl="revTx" presStyleIdx="3" presStyleCnt="6"/>
      <dgm:spPr/>
    </dgm:pt>
    <dgm:pt modelId="{31FBE713-BA6B-46A8-8C51-37BB5FB5D633}" type="pres">
      <dgm:prSet presAssocID="{8F2A95B4-F89A-4A5F-9916-89F66689A578}" presName="vert1" presStyleCnt="0"/>
      <dgm:spPr/>
    </dgm:pt>
    <dgm:pt modelId="{3AB8CAAE-DDCC-4690-B938-2D75C29397AC}" type="pres">
      <dgm:prSet presAssocID="{74DA10EE-4617-4FBC-821F-CEF03F442191}" presName="thickLine" presStyleLbl="alignNode1" presStyleIdx="4" presStyleCnt="6"/>
      <dgm:spPr/>
    </dgm:pt>
    <dgm:pt modelId="{42B29416-9203-4133-BF9B-93E08672341C}" type="pres">
      <dgm:prSet presAssocID="{74DA10EE-4617-4FBC-821F-CEF03F442191}" presName="horz1" presStyleCnt="0"/>
      <dgm:spPr/>
    </dgm:pt>
    <dgm:pt modelId="{65845710-4564-4628-961E-69D392084224}" type="pres">
      <dgm:prSet presAssocID="{74DA10EE-4617-4FBC-821F-CEF03F442191}" presName="tx1" presStyleLbl="revTx" presStyleIdx="4" presStyleCnt="6"/>
      <dgm:spPr/>
    </dgm:pt>
    <dgm:pt modelId="{B281AACD-2881-4099-965E-7A94BAC80E23}" type="pres">
      <dgm:prSet presAssocID="{74DA10EE-4617-4FBC-821F-CEF03F442191}" presName="vert1" presStyleCnt="0"/>
      <dgm:spPr/>
    </dgm:pt>
    <dgm:pt modelId="{753A319F-9451-444C-9AD8-4E136D9F250A}" type="pres">
      <dgm:prSet presAssocID="{B763A11D-E613-4DA2-B3BF-41527F806C12}" presName="thickLine" presStyleLbl="alignNode1" presStyleIdx="5" presStyleCnt="6"/>
      <dgm:spPr/>
    </dgm:pt>
    <dgm:pt modelId="{41ACB273-F2C5-4542-B7D8-B3A3DDB2FE39}" type="pres">
      <dgm:prSet presAssocID="{B763A11D-E613-4DA2-B3BF-41527F806C12}" presName="horz1" presStyleCnt="0"/>
      <dgm:spPr/>
    </dgm:pt>
    <dgm:pt modelId="{34DE5DC4-8956-441F-972C-65EBB8260B7F}" type="pres">
      <dgm:prSet presAssocID="{B763A11D-E613-4DA2-B3BF-41527F806C12}" presName="tx1" presStyleLbl="revTx" presStyleIdx="5" presStyleCnt="6"/>
      <dgm:spPr/>
    </dgm:pt>
    <dgm:pt modelId="{8D162B3D-42D0-494B-8368-B2F2EE8DB22E}" type="pres">
      <dgm:prSet presAssocID="{B763A11D-E613-4DA2-B3BF-41527F806C12}" presName="vert1" presStyleCnt="0"/>
      <dgm:spPr/>
    </dgm:pt>
  </dgm:ptLst>
  <dgm:cxnLst>
    <dgm:cxn modelId="{65042527-4674-48D5-9D7D-0F96E89F614F}" type="presOf" srcId="{23316CE1-C72C-4DE4-A0AF-438B165D8E66}" destId="{BFA8D0AE-AA0A-4C15-BA69-C6690695009D}" srcOrd="0" destOrd="0" presId="urn:microsoft.com/office/officeart/2008/layout/LinedList"/>
    <dgm:cxn modelId="{8C6F363A-D9A3-4751-BCBC-04129090E6B5}" srcId="{F1207E53-5D72-4F35-B8BA-4D32728F28AC}" destId="{B763A11D-E613-4DA2-B3BF-41527F806C12}" srcOrd="5" destOrd="0" parTransId="{A494934F-B7C3-4F9F-98C3-BF167CC3ECE8}" sibTransId="{4F94C196-BB65-4282-88CA-14C5369DD4DE}"/>
    <dgm:cxn modelId="{03A8043D-1BC5-45E1-83D0-8EB7A705B820}" srcId="{F1207E53-5D72-4F35-B8BA-4D32728F28AC}" destId="{74DA10EE-4617-4FBC-821F-CEF03F442191}" srcOrd="4" destOrd="0" parTransId="{71CB132D-7708-4498-8BE7-C4D9E9D8349C}" sibTransId="{B85BD5AB-1339-4A8C-9B41-448D64851B5A}"/>
    <dgm:cxn modelId="{59D3AB76-A5B3-402A-AD2E-FC9657D68831}" srcId="{F1207E53-5D72-4F35-B8BA-4D32728F28AC}" destId="{8F2A95B4-F89A-4A5F-9916-89F66689A578}" srcOrd="3" destOrd="0" parTransId="{48A2DD7E-7F12-4335-AC55-90C6B662260E}" sibTransId="{F4099F92-73DC-41A6-866E-05B3B10BC022}"/>
    <dgm:cxn modelId="{0764BC76-654F-440A-995F-9F9848EFA3C6}" type="presOf" srcId="{74DA10EE-4617-4FBC-821F-CEF03F442191}" destId="{65845710-4564-4628-961E-69D392084224}" srcOrd="0" destOrd="0" presId="urn:microsoft.com/office/officeart/2008/layout/LinedList"/>
    <dgm:cxn modelId="{4C75E67E-EEBB-4053-BF92-5FB46CD364A1}" type="presOf" srcId="{B763A11D-E613-4DA2-B3BF-41527F806C12}" destId="{34DE5DC4-8956-441F-972C-65EBB8260B7F}" srcOrd="0" destOrd="0" presId="urn:microsoft.com/office/officeart/2008/layout/LinedList"/>
    <dgm:cxn modelId="{C28DD38F-7204-41B8-AF56-C334C673A157}" srcId="{F1207E53-5D72-4F35-B8BA-4D32728F28AC}" destId="{23316CE1-C72C-4DE4-A0AF-438B165D8E66}" srcOrd="0" destOrd="0" parTransId="{6B657667-F971-4A74-B23B-F17BD0356430}" sibTransId="{9805FBE8-1748-44FF-9CE6-B8DF1B1E0F59}"/>
    <dgm:cxn modelId="{9377B397-9EF3-4C5A-B1CD-8E949A22B286}" srcId="{F1207E53-5D72-4F35-B8BA-4D32728F28AC}" destId="{5B9DFACC-1655-45E6-B26E-5D4D1BB0CD6C}" srcOrd="1" destOrd="0" parTransId="{15224C2D-8CD0-4141-B97B-1587EEF951B8}" sibTransId="{A13743C1-39F2-4EA8-A1A3-84F034D34E2E}"/>
    <dgm:cxn modelId="{41BC819D-CC12-4162-ACD6-740DE444635E}" type="presOf" srcId="{8F2A95B4-F89A-4A5F-9916-89F66689A578}" destId="{BA8C8346-E32D-40F9-A242-D4E2E2E004FC}" srcOrd="0" destOrd="0" presId="urn:microsoft.com/office/officeart/2008/layout/LinedList"/>
    <dgm:cxn modelId="{D88279CA-D6B7-4998-972B-EC052C0DBDA1}" type="presOf" srcId="{F1207E53-5D72-4F35-B8BA-4D32728F28AC}" destId="{B65053E5-8738-43E9-BE8C-FA878DA4AB15}" srcOrd="0" destOrd="0" presId="urn:microsoft.com/office/officeart/2008/layout/LinedList"/>
    <dgm:cxn modelId="{0AFEF1F2-17FF-4C98-A81B-305FBDF0B014}" type="presOf" srcId="{5B9DFACC-1655-45E6-B26E-5D4D1BB0CD6C}" destId="{5E81DEDA-F120-442E-82A3-247C665E063F}" srcOrd="0" destOrd="0" presId="urn:microsoft.com/office/officeart/2008/layout/LinedList"/>
    <dgm:cxn modelId="{3ED8C7FC-B4E9-480E-9524-9EDDD6F148F9}" type="presOf" srcId="{4E88695A-6D35-49D1-BDF4-C94540376937}" destId="{97161404-E08F-43C4-972D-B496D709891E}" srcOrd="0" destOrd="0" presId="urn:microsoft.com/office/officeart/2008/layout/LinedList"/>
    <dgm:cxn modelId="{3D4D61FF-A378-4D90-8488-74866C502836}" srcId="{F1207E53-5D72-4F35-B8BA-4D32728F28AC}" destId="{4E88695A-6D35-49D1-BDF4-C94540376937}" srcOrd="2" destOrd="0" parTransId="{CEE1011E-53E3-477A-8A43-8132C604CED8}" sibTransId="{56324CB4-2B9C-4285-8473-B2C747E8098E}"/>
    <dgm:cxn modelId="{58911258-4B5B-4DE4-8EFA-51B0DECD830B}" type="presParOf" srcId="{B65053E5-8738-43E9-BE8C-FA878DA4AB15}" destId="{4F3E2991-6AA8-497F-A047-11B648F478F7}" srcOrd="0" destOrd="0" presId="urn:microsoft.com/office/officeart/2008/layout/LinedList"/>
    <dgm:cxn modelId="{9CB88DA4-D3F8-4A7D-A75A-5FBD3C2F3B30}" type="presParOf" srcId="{B65053E5-8738-43E9-BE8C-FA878DA4AB15}" destId="{49C0CD2C-E458-432F-AAF4-B7AC52CF6222}" srcOrd="1" destOrd="0" presId="urn:microsoft.com/office/officeart/2008/layout/LinedList"/>
    <dgm:cxn modelId="{03A196CD-CB93-47C2-A7C5-07E98E7C99AA}" type="presParOf" srcId="{49C0CD2C-E458-432F-AAF4-B7AC52CF6222}" destId="{BFA8D0AE-AA0A-4C15-BA69-C6690695009D}" srcOrd="0" destOrd="0" presId="urn:microsoft.com/office/officeart/2008/layout/LinedList"/>
    <dgm:cxn modelId="{39433FE8-1174-4F37-8DFD-84835EFE38C4}" type="presParOf" srcId="{49C0CD2C-E458-432F-AAF4-B7AC52CF6222}" destId="{DD156D98-E917-41D4-A093-60617FFD1272}" srcOrd="1" destOrd="0" presId="urn:microsoft.com/office/officeart/2008/layout/LinedList"/>
    <dgm:cxn modelId="{69CB2718-82AF-41C2-A5CF-F2D021798ADA}" type="presParOf" srcId="{B65053E5-8738-43E9-BE8C-FA878DA4AB15}" destId="{E6D2AE48-638B-4FD7-920F-7BB127ADE4B8}" srcOrd="2" destOrd="0" presId="urn:microsoft.com/office/officeart/2008/layout/LinedList"/>
    <dgm:cxn modelId="{14C7E197-DA27-493C-9E93-E76D01E5C647}" type="presParOf" srcId="{B65053E5-8738-43E9-BE8C-FA878DA4AB15}" destId="{51472DD9-4998-4AD0-900D-13B2F1548B32}" srcOrd="3" destOrd="0" presId="urn:microsoft.com/office/officeart/2008/layout/LinedList"/>
    <dgm:cxn modelId="{B6FCF444-5366-4A37-AFF9-8544BB03940A}" type="presParOf" srcId="{51472DD9-4998-4AD0-900D-13B2F1548B32}" destId="{5E81DEDA-F120-442E-82A3-247C665E063F}" srcOrd="0" destOrd="0" presId="urn:microsoft.com/office/officeart/2008/layout/LinedList"/>
    <dgm:cxn modelId="{274E4808-4DF3-42A3-82A9-D39C5ABB31E3}" type="presParOf" srcId="{51472DD9-4998-4AD0-900D-13B2F1548B32}" destId="{FAE9034C-8308-401E-91EA-ACF5D3EC1A4C}" srcOrd="1" destOrd="0" presId="urn:microsoft.com/office/officeart/2008/layout/LinedList"/>
    <dgm:cxn modelId="{7A9F9AAE-BECE-4229-856C-CEEE6C46BC33}" type="presParOf" srcId="{B65053E5-8738-43E9-BE8C-FA878DA4AB15}" destId="{C6B089C3-BDD2-414E-8168-E2B971307776}" srcOrd="4" destOrd="0" presId="urn:microsoft.com/office/officeart/2008/layout/LinedList"/>
    <dgm:cxn modelId="{67177CC6-27B7-4CBB-A2F3-DC0F28947303}" type="presParOf" srcId="{B65053E5-8738-43E9-BE8C-FA878DA4AB15}" destId="{28B8000B-01CE-433E-B2BB-D74708F3051D}" srcOrd="5" destOrd="0" presId="urn:microsoft.com/office/officeart/2008/layout/LinedList"/>
    <dgm:cxn modelId="{8534861E-6809-4252-B4DB-ABC74023B9C3}" type="presParOf" srcId="{28B8000B-01CE-433E-B2BB-D74708F3051D}" destId="{97161404-E08F-43C4-972D-B496D709891E}" srcOrd="0" destOrd="0" presId="urn:microsoft.com/office/officeart/2008/layout/LinedList"/>
    <dgm:cxn modelId="{32C941D2-CACC-472F-BE9C-0BABF32E6BE1}" type="presParOf" srcId="{28B8000B-01CE-433E-B2BB-D74708F3051D}" destId="{D5F5AA4B-782F-41C4-8DE6-980D36FE5E70}" srcOrd="1" destOrd="0" presId="urn:microsoft.com/office/officeart/2008/layout/LinedList"/>
    <dgm:cxn modelId="{0D29C22C-E15D-4CE7-8D0C-8FD502FF3F19}" type="presParOf" srcId="{B65053E5-8738-43E9-BE8C-FA878DA4AB15}" destId="{F56B5D53-172C-44A7-A6F4-21DA3AF24D80}" srcOrd="6" destOrd="0" presId="urn:microsoft.com/office/officeart/2008/layout/LinedList"/>
    <dgm:cxn modelId="{17A060C6-4EB6-41A4-820B-CE5C21E0C9BA}" type="presParOf" srcId="{B65053E5-8738-43E9-BE8C-FA878DA4AB15}" destId="{C5E18D3F-0B16-4E4C-AF7F-83D636484A0E}" srcOrd="7" destOrd="0" presId="urn:microsoft.com/office/officeart/2008/layout/LinedList"/>
    <dgm:cxn modelId="{1B23E80C-5B99-4B5D-BFB4-C36B06F438DD}" type="presParOf" srcId="{C5E18D3F-0B16-4E4C-AF7F-83D636484A0E}" destId="{BA8C8346-E32D-40F9-A242-D4E2E2E004FC}" srcOrd="0" destOrd="0" presId="urn:microsoft.com/office/officeart/2008/layout/LinedList"/>
    <dgm:cxn modelId="{CDD55819-C20B-454A-B414-55AD0A343EB7}" type="presParOf" srcId="{C5E18D3F-0B16-4E4C-AF7F-83D636484A0E}" destId="{31FBE713-BA6B-46A8-8C51-37BB5FB5D633}" srcOrd="1" destOrd="0" presId="urn:microsoft.com/office/officeart/2008/layout/LinedList"/>
    <dgm:cxn modelId="{40215D12-6CCC-40E3-8110-AADA0E77E6F5}" type="presParOf" srcId="{B65053E5-8738-43E9-BE8C-FA878DA4AB15}" destId="{3AB8CAAE-DDCC-4690-B938-2D75C29397AC}" srcOrd="8" destOrd="0" presId="urn:microsoft.com/office/officeart/2008/layout/LinedList"/>
    <dgm:cxn modelId="{1217CBB0-AF98-40B7-BD2F-49D7312A0CFC}" type="presParOf" srcId="{B65053E5-8738-43E9-BE8C-FA878DA4AB15}" destId="{42B29416-9203-4133-BF9B-93E08672341C}" srcOrd="9" destOrd="0" presId="urn:microsoft.com/office/officeart/2008/layout/LinedList"/>
    <dgm:cxn modelId="{E77D5851-7B69-4CD9-83B4-0C6BAFE26C0A}" type="presParOf" srcId="{42B29416-9203-4133-BF9B-93E08672341C}" destId="{65845710-4564-4628-961E-69D392084224}" srcOrd="0" destOrd="0" presId="urn:microsoft.com/office/officeart/2008/layout/LinedList"/>
    <dgm:cxn modelId="{4169A231-4CB9-4DB0-A876-688C8C6F02FB}" type="presParOf" srcId="{42B29416-9203-4133-BF9B-93E08672341C}" destId="{B281AACD-2881-4099-965E-7A94BAC80E23}" srcOrd="1" destOrd="0" presId="urn:microsoft.com/office/officeart/2008/layout/LinedList"/>
    <dgm:cxn modelId="{767529D9-6B56-4106-B969-F2B47B7D4EDD}" type="presParOf" srcId="{B65053E5-8738-43E9-BE8C-FA878DA4AB15}" destId="{753A319F-9451-444C-9AD8-4E136D9F250A}" srcOrd="10" destOrd="0" presId="urn:microsoft.com/office/officeart/2008/layout/LinedList"/>
    <dgm:cxn modelId="{76B3437F-E1EE-43C0-9D63-10294FBD7AB4}" type="presParOf" srcId="{B65053E5-8738-43E9-BE8C-FA878DA4AB15}" destId="{41ACB273-F2C5-4542-B7D8-B3A3DDB2FE39}" srcOrd="11" destOrd="0" presId="urn:microsoft.com/office/officeart/2008/layout/LinedList"/>
    <dgm:cxn modelId="{D6DB2BF5-05C3-4803-81C5-D697F732EE28}" type="presParOf" srcId="{41ACB273-F2C5-4542-B7D8-B3A3DDB2FE39}" destId="{34DE5DC4-8956-441F-972C-65EBB8260B7F}" srcOrd="0" destOrd="0" presId="urn:microsoft.com/office/officeart/2008/layout/LinedList"/>
    <dgm:cxn modelId="{31E86E25-7778-49E9-9604-C5A394943DCA}" type="presParOf" srcId="{41ACB273-F2C5-4542-B7D8-B3A3DDB2FE39}" destId="{8D162B3D-42D0-494B-8368-B2F2EE8DB22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6CFF06-800F-458F-8509-53C7CE7305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AAA6FF4-4332-4314-8601-708B8544D3CF}">
      <dgm:prSet/>
      <dgm:spPr/>
      <dgm:t>
        <a:bodyPr/>
        <a:lstStyle/>
        <a:p>
          <a:r>
            <a:rPr lang="en-US" dirty="0"/>
            <a:t>💵 </a:t>
          </a:r>
          <a:r>
            <a:rPr lang="en-US" dirty="0" err="1"/>
            <a:t>總預算：約</a:t>
          </a:r>
          <a:r>
            <a:rPr lang="en-US" dirty="0"/>
            <a:t> 214,500 元</a:t>
          </a:r>
        </a:p>
      </dgm:t>
    </dgm:pt>
    <dgm:pt modelId="{DC13B9CA-05DC-4422-9691-DE2680E27E39}" type="parTrans" cxnId="{035C17DF-8671-4B00-B76C-AB130B2CA736}">
      <dgm:prSet/>
      <dgm:spPr/>
      <dgm:t>
        <a:bodyPr/>
        <a:lstStyle/>
        <a:p>
          <a:endParaRPr lang="en-US"/>
        </a:p>
      </dgm:t>
    </dgm:pt>
    <dgm:pt modelId="{325182A4-ACA5-400F-9057-4E4560F4C66E}" type="sibTrans" cxnId="{035C17DF-8671-4B00-B76C-AB130B2CA736}">
      <dgm:prSet/>
      <dgm:spPr/>
      <dgm:t>
        <a:bodyPr/>
        <a:lstStyle/>
        <a:p>
          <a:endParaRPr lang="en-US"/>
        </a:p>
      </dgm:t>
    </dgm:pt>
    <dgm:pt modelId="{82565E23-8EFE-42FC-B972-7BEEF95F835D}">
      <dgm:prSet/>
      <dgm:spPr/>
      <dgm:t>
        <a:bodyPr/>
        <a:lstStyle/>
        <a:p>
          <a:r>
            <a:rPr lang="en-US"/>
            <a:t>- 獎品預算：202,500 元</a:t>
          </a:r>
        </a:p>
      </dgm:t>
    </dgm:pt>
    <dgm:pt modelId="{AF7E4380-0A33-49AB-8ADE-FF4A6D9309C2}" type="parTrans" cxnId="{2327779F-E918-4190-86FF-2F766742E6AE}">
      <dgm:prSet/>
      <dgm:spPr/>
      <dgm:t>
        <a:bodyPr/>
        <a:lstStyle/>
        <a:p>
          <a:endParaRPr lang="en-US"/>
        </a:p>
      </dgm:t>
    </dgm:pt>
    <dgm:pt modelId="{F462D46C-E9D0-4326-AB08-5399FB9EC495}" type="sibTrans" cxnId="{2327779F-E918-4190-86FF-2F766742E6AE}">
      <dgm:prSet/>
      <dgm:spPr/>
      <dgm:t>
        <a:bodyPr/>
        <a:lstStyle/>
        <a:p>
          <a:endParaRPr lang="en-US"/>
        </a:p>
      </dgm:t>
    </dgm:pt>
    <dgm:pt modelId="{38DF826A-8A65-493B-92DB-DD1842439362}">
      <dgm:prSet/>
      <dgm:spPr/>
      <dgm:t>
        <a:bodyPr/>
        <a:lstStyle/>
        <a:p>
          <a:r>
            <a:rPr lang="en-US"/>
            <a:t>- 佈置 / 音效</a:t>
          </a:r>
          <a:r>
            <a:rPr lang="zh-TW"/>
            <a:t>：</a:t>
          </a:r>
          <a:r>
            <a:rPr lang="en-US"/>
            <a:t>2,000 元</a:t>
          </a:r>
        </a:p>
      </dgm:t>
    </dgm:pt>
    <dgm:pt modelId="{DDBB9693-C72C-457F-ABD3-588625D48D5B}" type="parTrans" cxnId="{97764BF9-E97C-4E85-BFAD-84DFC01D196C}">
      <dgm:prSet/>
      <dgm:spPr/>
      <dgm:t>
        <a:bodyPr/>
        <a:lstStyle/>
        <a:p>
          <a:endParaRPr lang="en-US"/>
        </a:p>
      </dgm:t>
    </dgm:pt>
    <dgm:pt modelId="{DC9DBDA4-B85E-44D3-BB1E-3EACF8D902AE}" type="sibTrans" cxnId="{97764BF9-E97C-4E85-BFAD-84DFC01D196C}">
      <dgm:prSet/>
      <dgm:spPr/>
      <dgm:t>
        <a:bodyPr/>
        <a:lstStyle/>
        <a:p>
          <a:endParaRPr lang="en-US"/>
        </a:p>
      </dgm:t>
    </dgm:pt>
    <dgm:pt modelId="{3D26E13B-5520-48A5-A18C-084AC3551416}">
      <dgm:prSet/>
      <dgm:spPr/>
      <dgm:t>
        <a:bodyPr/>
        <a:lstStyle/>
        <a:p>
          <a:r>
            <a:rPr lang="en-US"/>
            <a:t>- 備用金：10,000 元</a:t>
          </a:r>
        </a:p>
      </dgm:t>
    </dgm:pt>
    <dgm:pt modelId="{4882D8EB-8C04-4B32-B787-BFF58CDC6B73}" type="parTrans" cxnId="{C739C90F-BBD3-45EE-88C0-A2BB6816F942}">
      <dgm:prSet/>
      <dgm:spPr/>
      <dgm:t>
        <a:bodyPr/>
        <a:lstStyle/>
        <a:p>
          <a:endParaRPr lang="en-US"/>
        </a:p>
      </dgm:t>
    </dgm:pt>
    <dgm:pt modelId="{953F1365-20C9-4484-ACE0-0F1A5C112C08}" type="sibTrans" cxnId="{C739C90F-BBD3-45EE-88C0-A2BB6816F942}">
      <dgm:prSet/>
      <dgm:spPr/>
      <dgm:t>
        <a:bodyPr/>
        <a:lstStyle/>
        <a:p>
          <a:endParaRPr lang="en-US"/>
        </a:p>
      </dgm:t>
    </dgm:pt>
    <dgm:pt modelId="{8A465B71-049C-4B23-8A66-8FCBD770B75D}" type="pres">
      <dgm:prSet presAssocID="{FC6CFF06-800F-458F-8509-53C7CE7305FA}" presName="linear" presStyleCnt="0">
        <dgm:presLayoutVars>
          <dgm:animLvl val="lvl"/>
          <dgm:resizeHandles val="exact"/>
        </dgm:presLayoutVars>
      </dgm:prSet>
      <dgm:spPr/>
    </dgm:pt>
    <dgm:pt modelId="{C842ABFA-20E9-4138-A61F-C53B7FCC2DDF}" type="pres">
      <dgm:prSet presAssocID="{AAAA6FF4-4332-4314-8601-708B8544D3C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3D4DA83-CD5B-4005-B1C7-096270F0B235}" type="pres">
      <dgm:prSet presAssocID="{325182A4-ACA5-400F-9057-4E4560F4C66E}" presName="spacer" presStyleCnt="0"/>
      <dgm:spPr/>
    </dgm:pt>
    <dgm:pt modelId="{B7F17A6E-C093-4974-9AEB-116285663001}" type="pres">
      <dgm:prSet presAssocID="{82565E23-8EFE-42FC-B972-7BEEF95F835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E857CB3-B605-4956-81D3-F4A1A00A3595}" type="pres">
      <dgm:prSet presAssocID="{F462D46C-E9D0-4326-AB08-5399FB9EC495}" presName="spacer" presStyleCnt="0"/>
      <dgm:spPr/>
    </dgm:pt>
    <dgm:pt modelId="{8851BE7B-71B8-4A94-A15C-D1C214459DCB}" type="pres">
      <dgm:prSet presAssocID="{38DF826A-8A65-493B-92DB-DD184243936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9CCBC70-0524-4ADF-89E2-AC0115FCCB8C}" type="pres">
      <dgm:prSet presAssocID="{DC9DBDA4-B85E-44D3-BB1E-3EACF8D902AE}" presName="spacer" presStyleCnt="0"/>
      <dgm:spPr/>
    </dgm:pt>
    <dgm:pt modelId="{9FA3EC1D-00FE-4D65-B6DE-CE2B936533D9}" type="pres">
      <dgm:prSet presAssocID="{3D26E13B-5520-48A5-A18C-084AC35514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5258801-A7FC-432F-85A3-6AD697FE7DA1}" type="presOf" srcId="{82565E23-8EFE-42FC-B972-7BEEF95F835D}" destId="{B7F17A6E-C093-4974-9AEB-116285663001}" srcOrd="0" destOrd="0" presId="urn:microsoft.com/office/officeart/2005/8/layout/vList2"/>
    <dgm:cxn modelId="{C739C90F-BBD3-45EE-88C0-A2BB6816F942}" srcId="{FC6CFF06-800F-458F-8509-53C7CE7305FA}" destId="{3D26E13B-5520-48A5-A18C-084AC3551416}" srcOrd="3" destOrd="0" parTransId="{4882D8EB-8C04-4B32-B787-BFF58CDC6B73}" sibTransId="{953F1365-20C9-4484-ACE0-0F1A5C112C08}"/>
    <dgm:cxn modelId="{C52A8216-C100-4863-98AF-9B0AB3C2BC74}" type="presOf" srcId="{38DF826A-8A65-493B-92DB-DD1842439362}" destId="{8851BE7B-71B8-4A94-A15C-D1C214459DCB}" srcOrd="0" destOrd="0" presId="urn:microsoft.com/office/officeart/2005/8/layout/vList2"/>
    <dgm:cxn modelId="{E44E101C-9C41-4BE4-BC84-70D38647D402}" type="presOf" srcId="{3D26E13B-5520-48A5-A18C-084AC3551416}" destId="{9FA3EC1D-00FE-4D65-B6DE-CE2B936533D9}" srcOrd="0" destOrd="0" presId="urn:microsoft.com/office/officeart/2005/8/layout/vList2"/>
    <dgm:cxn modelId="{08979F5C-235F-4126-A63C-BCB0F72D845A}" type="presOf" srcId="{FC6CFF06-800F-458F-8509-53C7CE7305FA}" destId="{8A465B71-049C-4B23-8A66-8FCBD770B75D}" srcOrd="0" destOrd="0" presId="urn:microsoft.com/office/officeart/2005/8/layout/vList2"/>
    <dgm:cxn modelId="{2327779F-E918-4190-86FF-2F766742E6AE}" srcId="{FC6CFF06-800F-458F-8509-53C7CE7305FA}" destId="{82565E23-8EFE-42FC-B972-7BEEF95F835D}" srcOrd="1" destOrd="0" parTransId="{AF7E4380-0A33-49AB-8ADE-FF4A6D9309C2}" sibTransId="{F462D46C-E9D0-4326-AB08-5399FB9EC495}"/>
    <dgm:cxn modelId="{58B541A9-4F4A-47C2-ABFF-DB8548AA2BE9}" type="presOf" srcId="{AAAA6FF4-4332-4314-8601-708B8544D3CF}" destId="{C842ABFA-20E9-4138-A61F-C53B7FCC2DDF}" srcOrd="0" destOrd="0" presId="urn:microsoft.com/office/officeart/2005/8/layout/vList2"/>
    <dgm:cxn modelId="{035C17DF-8671-4B00-B76C-AB130B2CA736}" srcId="{FC6CFF06-800F-458F-8509-53C7CE7305FA}" destId="{AAAA6FF4-4332-4314-8601-708B8544D3CF}" srcOrd="0" destOrd="0" parTransId="{DC13B9CA-05DC-4422-9691-DE2680E27E39}" sibTransId="{325182A4-ACA5-400F-9057-4E4560F4C66E}"/>
    <dgm:cxn modelId="{97764BF9-E97C-4E85-BFAD-84DFC01D196C}" srcId="{FC6CFF06-800F-458F-8509-53C7CE7305FA}" destId="{38DF826A-8A65-493B-92DB-DD1842439362}" srcOrd="2" destOrd="0" parTransId="{DDBB9693-C72C-457F-ABD3-588625D48D5B}" sibTransId="{DC9DBDA4-B85E-44D3-BB1E-3EACF8D902AE}"/>
    <dgm:cxn modelId="{47E48454-80F2-4913-859E-D895C771CA4B}" type="presParOf" srcId="{8A465B71-049C-4B23-8A66-8FCBD770B75D}" destId="{C842ABFA-20E9-4138-A61F-C53B7FCC2DDF}" srcOrd="0" destOrd="0" presId="urn:microsoft.com/office/officeart/2005/8/layout/vList2"/>
    <dgm:cxn modelId="{78D428D6-B1BB-48F4-A1F4-52730D85D2D9}" type="presParOf" srcId="{8A465B71-049C-4B23-8A66-8FCBD770B75D}" destId="{33D4DA83-CD5B-4005-B1C7-096270F0B235}" srcOrd="1" destOrd="0" presId="urn:microsoft.com/office/officeart/2005/8/layout/vList2"/>
    <dgm:cxn modelId="{AC152F71-1864-42C2-B528-33E93968DD0F}" type="presParOf" srcId="{8A465B71-049C-4B23-8A66-8FCBD770B75D}" destId="{B7F17A6E-C093-4974-9AEB-116285663001}" srcOrd="2" destOrd="0" presId="urn:microsoft.com/office/officeart/2005/8/layout/vList2"/>
    <dgm:cxn modelId="{3AD9E56D-50ED-4C91-B086-280EEB25101F}" type="presParOf" srcId="{8A465B71-049C-4B23-8A66-8FCBD770B75D}" destId="{DE857CB3-B605-4956-81D3-F4A1A00A3595}" srcOrd="3" destOrd="0" presId="urn:microsoft.com/office/officeart/2005/8/layout/vList2"/>
    <dgm:cxn modelId="{84599A0E-4B79-4E65-AA7C-3DF495A41F7D}" type="presParOf" srcId="{8A465B71-049C-4B23-8A66-8FCBD770B75D}" destId="{8851BE7B-71B8-4A94-A15C-D1C214459DCB}" srcOrd="4" destOrd="0" presId="urn:microsoft.com/office/officeart/2005/8/layout/vList2"/>
    <dgm:cxn modelId="{7A8D5459-FA1B-41C8-8BB0-B4A60967D325}" type="presParOf" srcId="{8A465B71-049C-4B23-8A66-8FCBD770B75D}" destId="{39CCBC70-0524-4ADF-89E2-AC0115FCCB8C}" srcOrd="5" destOrd="0" presId="urn:microsoft.com/office/officeart/2005/8/layout/vList2"/>
    <dgm:cxn modelId="{571200DD-41E0-4EED-9A3B-56D2D2DAA5CF}" type="presParOf" srcId="{8A465B71-049C-4B23-8A66-8FCBD770B75D}" destId="{9FA3EC1D-00FE-4D65-B6DE-CE2B936533D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04F8DB-9CEE-4CB2-BD45-4CDBF903E895}">
      <dsp:nvSpPr>
        <dsp:cNvPr id="0" name=""/>
        <dsp:cNvSpPr/>
      </dsp:nvSpPr>
      <dsp:spPr>
        <a:xfrm>
          <a:off x="0" y="13965"/>
          <a:ext cx="4229100" cy="14695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遊戲內容：</a:t>
          </a:r>
        </a:p>
      </dsp:txBody>
      <dsp:txXfrm>
        <a:off x="71740" y="85705"/>
        <a:ext cx="4085620" cy="1326113"/>
      </dsp:txXfrm>
    </dsp:sp>
    <dsp:sp modelId="{10848D1B-3F7D-4F78-BEB3-B88F336C05DC}">
      <dsp:nvSpPr>
        <dsp:cNvPr id="0" name=""/>
        <dsp:cNvSpPr/>
      </dsp:nvSpPr>
      <dsp:spPr>
        <a:xfrm>
          <a:off x="0" y="1567078"/>
          <a:ext cx="4229100" cy="1469593"/>
        </a:xfrm>
        <a:prstGeom prst="roundRect">
          <a:avLst/>
        </a:prstGeom>
        <a:solidFill>
          <a:schemeClr val="accent2">
            <a:hueOff val="1264967"/>
            <a:satOff val="-23931"/>
            <a:lumOff val="-166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1️⃣ </a:t>
          </a:r>
          <a:r>
            <a:rPr lang="zh-TW" sz="2900" kern="1200" dirty="0"/>
            <a:t> 終極密碼</a:t>
          </a:r>
          <a:endParaRPr lang="en-US" altLang="zh-TW" sz="2900" kern="1200" dirty="0"/>
        </a:p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900" kern="1200" dirty="0"/>
            <a:t>(</a:t>
          </a:r>
          <a:r>
            <a:rPr lang="zh-TW" altLang="en-US" sz="2900" kern="1200" dirty="0"/>
            <a:t>電腦遊</a:t>
          </a:r>
          <a:r>
            <a:rPr lang="zh-TW" sz="2900" kern="1200" dirty="0"/>
            <a:t>戲</a:t>
          </a:r>
          <a:r>
            <a:rPr lang="en-US" altLang="zh-TW" sz="2900" kern="1200" dirty="0"/>
            <a:t>)</a:t>
          </a:r>
          <a:r>
            <a:rPr lang="zh-TW" sz="2900" kern="1200" dirty="0"/>
            <a:t> </a:t>
          </a:r>
          <a:endParaRPr lang="en-US" sz="2900" kern="1200" dirty="0"/>
        </a:p>
      </dsp:txBody>
      <dsp:txXfrm>
        <a:off x="71740" y="1638818"/>
        <a:ext cx="4085620" cy="1326113"/>
      </dsp:txXfrm>
    </dsp:sp>
    <dsp:sp modelId="{F3BED497-10DD-43DE-8862-19F3B182E9AA}">
      <dsp:nvSpPr>
        <dsp:cNvPr id="0" name=""/>
        <dsp:cNvSpPr/>
      </dsp:nvSpPr>
      <dsp:spPr>
        <a:xfrm>
          <a:off x="0" y="3120191"/>
          <a:ext cx="4229100" cy="1469593"/>
        </a:xfrm>
        <a:prstGeom prst="roundRect">
          <a:avLst/>
        </a:prstGeom>
        <a:solidFill>
          <a:schemeClr val="accent2">
            <a:hueOff val="2529934"/>
            <a:satOff val="-47862"/>
            <a:lumOff val="-333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2️⃣ </a:t>
          </a:r>
          <a:r>
            <a:rPr lang="zh-TW" sz="2900" kern="1200" dirty="0"/>
            <a:t> 賓果遊戲</a:t>
          </a:r>
          <a:endParaRPr lang="en-US" altLang="zh-TW" sz="2900" kern="1200" dirty="0"/>
        </a:p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900" kern="1200" dirty="0"/>
            <a:t>(</a:t>
          </a:r>
          <a:r>
            <a:rPr lang="zh-TW" altLang="en-US" sz="2900" kern="1200" dirty="0"/>
            <a:t>電腦遊</a:t>
          </a:r>
          <a:r>
            <a:rPr lang="zh-TW" sz="2900" kern="1200" dirty="0"/>
            <a:t>戲</a:t>
          </a:r>
          <a:r>
            <a:rPr lang="en-US" altLang="zh-TW" sz="2900" kern="1200" dirty="0"/>
            <a:t>)</a:t>
          </a:r>
          <a:endParaRPr lang="en-US" sz="2900" kern="1200" dirty="0"/>
        </a:p>
      </dsp:txBody>
      <dsp:txXfrm>
        <a:off x="71740" y="3191931"/>
        <a:ext cx="4085620" cy="13261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3E2991-6AA8-497F-A047-11B648F478F7}">
      <dsp:nvSpPr>
        <dsp:cNvPr id="0" name=""/>
        <dsp:cNvSpPr/>
      </dsp:nvSpPr>
      <dsp:spPr>
        <a:xfrm>
          <a:off x="0" y="2247"/>
          <a:ext cx="42291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8D0AE-AA0A-4C15-BA69-C6690695009D}">
      <dsp:nvSpPr>
        <dsp:cNvPr id="0" name=""/>
        <dsp:cNvSpPr/>
      </dsp:nvSpPr>
      <dsp:spPr>
        <a:xfrm>
          <a:off x="0" y="2247"/>
          <a:ext cx="4229100" cy="766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/>
            <a:t>獎品類型：</a:t>
          </a:r>
          <a:endParaRPr lang="en-US" sz="2200" kern="1200"/>
        </a:p>
      </dsp:txBody>
      <dsp:txXfrm>
        <a:off x="0" y="2247"/>
        <a:ext cx="4229100" cy="766542"/>
      </dsp:txXfrm>
    </dsp:sp>
    <dsp:sp modelId="{E6D2AE48-638B-4FD7-920F-7BB127ADE4B8}">
      <dsp:nvSpPr>
        <dsp:cNvPr id="0" name=""/>
        <dsp:cNvSpPr/>
      </dsp:nvSpPr>
      <dsp:spPr>
        <a:xfrm>
          <a:off x="0" y="768790"/>
          <a:ext cx="42291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81DEDA-F120-442E-82A3-247C665E063F}">
      <dsp:nvSpPr>
        <dsp:cNvPr id="0" name=""/>
        <dsp:cNvSpPr/>
      </dsp:nvSpPr>
      <dsp:spPr>
        <a:xfrm>
          <a:off x="0" y="768790"/>
          <a:ext cx="4229100" cy="766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/>
            <a:t>🏆</a:t>
          </a:r>
          <a:r>
            <a:rPr lang="en-US" sz="2200" kern="1200"/>
            <a:t> </a:t>
          </a:r>
          <a:r>
            <a:rPr lang="zh-TW" sz="2200" kern="1200"/>
            <a:t>頭獎：</a:t>
          </a:r>
          <a:r>
            <a:rPr lang="en-US" sz="2200" kern="1200"/>
            <a:t>iphone 17 </a:t>
          </a:r>
          <a:r>
            <a:rPr lang="zh-TW" sz="2200" kern="1200"/>
            <a:t>*1   </a:t>
          </a:r>
          <a:r>
            <a:rPr lang="en-US" sz="2200" kern="1200"/>
            <a:t>50,000</a:t>
          </a:r>
        </a:p>
      </dsp:txBody>
      <dsp:txXfrm>
        <a:off x="0" y="768790"/>
        <a:ext cx="4229100" cy="766542"/>
      </dsp:txXfrm>
    </dsp:sp>
    <dsp:sp modelId="{C6B089C3-BDD2-414E-8168-E2B971307776}">
      <dsp:nvSpPr>
        <dsp:cNvPr id="0" name=""/>
        <dsp:cNvSpPr/>
      </dsp:nvSpPr>
      <dsp:spPr>
        <a:xfrm>
          <a:off x="0" y="1535332"/>
          <a:ext cx="42291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61404-E08F-43C4-972D-B496D709891E}">
      <dsp:nvSpPr>
        <dsp:cNvPr id="0" name=""/>
        <dsp:cNvSpPr/>
      </dsp:nvSpPr>
      <dsp:spPr>
        <a:xfrm>
          <a:off x="0" y="1535332"/>
          <a:ext cx="4229100" cy="766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/>
            <a:t>🥈</a:t>
          </a:r>
          <a:r>
            <a:rPr lang="en-US" sz="2200" kern="1200"/>
            <a:t> </a:t>
          </a:r>
          <a:r>
            <a:rPr lang="zh-TW" sz="2200" kern="1200"/>
            <a:t>二獎 ：</a:t>
          </a:r>
          <a:r>
            <a:rPr lang="en-US" sz="2200" kern="1200"/>
            <a:t>15,000 * 3</a:t>
          </a:r>
        </a:p>
      </dsp:txBody>
      <dsp:txXfrm>
        <a:off x="0" y="1535332"/>
        <a:ext cx="4229100" cy="766542"/>
      </dsp:txXfrm>
    </dsp:sp>
    <dsp:sp modelId="{F56B5D53-172C-44A7-A6F4-21DA3AF24D80}">
      <dsp:nvSpPr>
        <dsp:cNvPr id="0" name=""/>
        <dsp:cNvSpPr/>
      </dsp:nvSpPr>
      <dsp:spPr>
        <a:xfrm>
          <a:off x="0" y="2301874"/>
          <a:ext cx="42291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8C8346-E32D-40F9-A242-D4E2E2E004FC}">
      <dsp:nvSpPr>
        <dsp:cNvPr id="0" name=""/>
        <dsp:cNvSpPr/>
      </dsp:nvSpPr>
      <dsp:spPr>
        <a:xfrm>
          <a:off x="0" y="2301874"/>
          <a:ext cx="4229100" cy="766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/>
            <a:t>🥉</a:t>
          </a:r>
          <a:r>
            <a:rPr lang="en-US" sz="2200" kern="1200"/>
            <a:t> </a:t>
          </a:r>
          <a:r>
            <a:rPr lang="zh-TW" sz="2200" kern="1200"/>
            <a:t>三獎： </a:t>
          </a:r>
          <a:r>
            <a:rPr lang="en-US" sz="2200" kern="1200"/>
            <a:t>6,</a:t>
          </a:r>
          <a:r>
            <a:rPr lang="zh-TW" sz="2200" kern="1200"/>
            <a:t>000 *  10</a:t>
          </a:r>
          <a:endParaRPr lang="en-US" sz="2200" kern="1200"/>
        </a:p>
      </dsp:txBody>
      <dsp:txXfrm>
        <a:off x="0" y="2301874"/>
        <a:ext cx="4229100" cy="766542"/>
      </dsp:txXfrm>
    </dsp:sp>
    <dsp:sp modelId="{3AB8CAAE-DDCC-4690-B938-2D75C29397AC}">
      <dsp:nvSpPr>
        <dsp:cNvPr id="0" name=""/>
        <dsp:cNvSpPr/>
      </dsp:nvSpPr>
      <dsp:spPr>
        <a:xfrm>
          <a:off x="0" y="3068417"/>
          <a:ext cx="42291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45710-4564-4628-961E-69D392084224}">
      <dsp:nvSpPr>
        <dsp:cNvPr id="0" name=""/>
        <dsp:cNvSpPr/>
      </dsp:nvSpPr>
      <dsp:spPr>
        <a:xfrm>
          <a:off x="0" y="3068417"/>
          <a:ext cx="4229100" cy="766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/>
            <a:t>遊戲獎項  500  *</a:t>
          </a:r>
          <a:r>
            <a:rPr lang="en-US" sz="2200" kern="1200"/>
            <a:t>2</a:t>
          </a:r>
          <a:r>
            <a:rPr lang="zh-TW" sz="2200" kern="1200"/>
            <a:t>0</a:t>
          </a:r>
          <a:endParaRPr lang="en-US" sz="2200" kern="1200"/>
        </a:p>
      </dsp:txBody>
      <dsp:txXfrm>
        <a:off x="0" y="3068417"/>
        <a:ext cx="4229100" cy="766542"/>
      </dsp:txXfrm>
    </dsp:sp>
    <dsp:sp modelId="{753A319F-9451-444C-9AD8-4E136D9F250A}">
      <dsp:nvSpPr>
        <dsp:cNvPr id="0" name=""/>
        <dsp:cNvSpPr/>
      </dsp:nvSpPr>
      <dsp:spPr>
        <a:xfrm>
          <a:off x="0" y="3834959"/>
          <a:ext cx="42291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DE5DC4-8956-441F-972C-65EBB8260B7F}">
      <dsp:nvSpPr>
        <dsp:cNvPr id="0" name=""/>
        <dsp:cNvSpPr/>
      </dsp:nvSpPr>
      <dsp:spPr>
        <a:xfrm>
          <a:off x="0" y="3834959"/>
          <a:ext cx="4229100" cy="766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/>
            <a:t>🎁</a:t>
          </a:r>
          <a:r>
            <a:rPr lang="en-US" sz="2200" kern="1200"/>
            <a:t> </a:t>
          </a:r>
          <a:r>
            <a:rPr lang="zh-TW" sz="2200" kern="1200"/>
            <a:t>參加獎等值禮卷： </a:t>
          </a:r>
          <a:r>
            <a:rPr lang="en-US" sz="2200" kern="1200"/>
            <a:t>75</a:t>
          </a:r>
          <a:r>
            <a:rPr lang="zh-TW" sz="2200" kern="1200"/>
            <a:t>*</a:t>
          </a:r>
          <a:r>
            <a:rPr lang="en-US" sz="2200" kern="1200"/>
            <a:t>5</a:t>
          </a:r>
          <a:r>
            <a:rPr lang="zh-TW" sz="2200" kern="1200"/>
            <a:t>00</a:t>
          </a:r>
          <a:endParaRPr lang="en-US" sz="2200" kern="1200"/>
        </a:p>
      </dsp:txBody>
      <dsp:txXfrm>
        <a:off x="0" y="3834959"/>
        <a:ext cx="4229100" cy="7665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42ABFA-20E9-4138-A61F-C53B7FCC2DDF}">
      <dsp:nvSpPr>
        <dsp:cNvPr id="0" name=""/>
        <dsp:cNvSpPr/>
      </dsp:nvSpPr>
      <dsp:spPr>
        <a:xfrm>
          <a:off x="0" y="963631"/>
          <a:ext cx="4541679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💵 </a:t>
          </a:r>
          <a:r>
            <a:rPr lang="en-US" sz="2800" kern="1200" dirty="0" err="1"/>
            <a:t>總預算：約</a:t>
          </a:r>
          <a:r>
            <a:rPr lang="en-US" sz="2800" kern="1200" dirty="0"/>
            <a:t> 214,500 元</a:t>
          </a:r>
        </a:p>
      </dsp:txBody>
      <dsp:txXfrm>
        <a:off x="37581" y="1001212"/>
        <a:ext cx="4466517" cy="694697"/>
      </dsp:txXfrm>
    </dsp:sp>
    <dsp:sp modelId="{B7F17A6E-C093-4974-9AEB-116285663001}">
      <dsp:nvSpPr>
        <dsp:cNvPr id="0" name=""/>
        <dsp:cNvSpPr/>
      </dsp:nvSpPr>
      <dsp:spPr>
        <a:xfrm>
          <a:off x="0" y="1814131"/>
          <a:ext cx="4541679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獎品預算：202,500 元</a:t>
          </a:r>
        </a:p>
      </dsp:txBody>
      <dsp:txXfrm>
        <a:off x="37581" y="1851712"/>
        <a:ext cx="4466517" cy="694697"/>
      </dsp:txXfrm>
    </dsp:sp>
    <dsp:sp modelId="{8851BE7B-71B8-4A94-A15C-D1C214459DCB}">
      <dsp:nvSpPr>
        <dsp:cNvPr id="0" name=""/>
        <dsp:cNvSpPr/>
      </dsp:nvSpPr>
      <dsp:spPr>
        <a:xfrm>
          <a:off x="0" y="2664631"/>
          <a:ext cx="4541679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佈置 / 音效</a:t>
          </a:r>
          <a:r>
            <a:rPr lang="zh-TW" sz="2800" kern="1200"/>
            <a:t>：</a:t>
          </a:r>
          <a:r>
            <a:rPr lang="en-US" sz="2800" kern="1200"/>
            <a:t>2,000 元</a:t>
          </a:r>
        </a:p>
      </dsp:txBody>
      <dsp:txXfrm>
        <a:off x="37581" y="2702212"/>
        <a:ext cx="4466517" cy="694697"/>
      </dsp:txXfrm>
    </dsp:sp>
    <dsp:sp modelId="{9FA3EC1D-00FE-4D65-B6DE-CE2B936533D9}">
      <dsp:nvSpPr>
        <dsp:cNvPr id="0" name=""/>
        <dsp:cNvSpPr/>
      </dsp:nvSpPr>
      <dsp:spPr>
        <a:xfrm>
          <a:off x="0" y="3515131"/>
          <a:ext cx="4541679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備用金：10,000 元</a:t>
          </a:r>
        </a:p>
      </dsp:txBody>
      <dsp:txXfrm>
        <a:off x="37581" y="3552712"/>
        <a:ext cx="4466517" cy="6946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B61BEF0D-F0BB-DE4B-95CE-6DB70DBA9567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91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6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01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09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2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66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093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7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9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8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8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3377" y="2404534"/>
            <a:ext cx="6873668" cy="1636697"/>
          </a:xfrm>
        </p:spPr>
        <p:txBody>
          <a:bodyPr/>
          <a:lstStyle/>
          <a:p>
            <a:r>
              <a:rPr lang="en-US" dirty="0"/>
              <a:t>	</a:t>
            </a:r>
            <a:r>
              <a:rPr dirty="0"/>
              <a:t>2025 </a:t>
            </a:r>
            <a:r>
              <a:rPr dirty="0" err="1"/>
              <a:t>尾牙活動企劃案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dirty="0" err="1"/>
              <a:t>活動時間：中午</a:t>
            </a:r>
            <a:r>
              <a:rPr dirty="0"/>
              <a:t> 12:00 - </a:t>
            </a:r>
            <a:r>
              <a:rPr dirty="0" err="1"/>
              <a:t>下午</a:t>
            </a:r>
            <a:r>
              <a:rPr dirty="0"/>
              <a:t> 15:00</a:t>
            </a:r>
            <a:endParaRPr lang="zh-TW" altLang="en-US" dirty="0">
              <a:ea typeface="微軟正黑體"/>
            </a:endParaRPr>
          </a:p>
          <a:p>
            <a:r>
              <a:rPr dirty="0" err="1"/>
              <a:t>活動人數：約</a:t>
            </a:r>
            <a:r>
              <a:rPr dirty="0"/>
              <a:t> 100 人</a:t>
            </a:r>
          </a:p>
          <a:p>
            <a:r>
              <a:rPr dirty="0" err="1"/>
              <a:t>主題</a:t>
            </a:r>
            <a:r>
              <a:rPr dirty="0"/>
              <a:t>：</a:t>
            </a:r>
            <a:r>
              <a:rPr lang="zh-TW" altLang="en-US" dirty="0">
                <a:ea typeface="微軟正黑體"/>
              </a:rPr>
              <a:t>年終尾牙活動</a:t>
            </a:r>
            <a:endParaRPr lang="en-US" altLang="zh-TW" dirty="0">
              <a:ea typeface="微軟正黑體"/>
            </a:endParaRPr>
          </a:p>
          <a:p>
            <a:endParaRPr lang="zh-TW" altLang="en-US" dirty="0">
              <a:ea typeface="微軟正黑體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2748" y="0"/>
            <a:ext cx="7701252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363" y="841375"/>
            <a:ext cx="4673143" cy="1230570"/>
          </a:xfrm>
        </p:spPr>
        <p:txBody>
          <a:bodyPr anchor="t">
            <a:normAutofit/>
          </a:bodyPr>
          <a:lstStyle/>
          <a:p>
            <a:pPr algn="l"/>
            <a:r>
              <a:rPr lang="zh-TW" altLang="en-US" sz="2900">
                <a:solidFill>
                  <a:schemeClr val="accent1"/>
                </a:solidFill>
              </a:rPr>
              <a:t>🍱 餐飲與場地安排</a:t>
            </a:r>
            <a:r>
              <a:rPr lang="en-US" altLang="zh-TW" sz="2900">
                <a:solidFill>
                  <a:schemeClr val="accent1"/>
                </a:solidFill>
              </a:rPr>
              <a:t>(</a:t>
            </a:r>
            <a:r>
              <a:rPr lang="zh-TW" altLang="en-US" sz="2900">
                <a:solidFill>
                  <a:schemeClr val="accent1"/>
                </a:solidFill>
              </a:rPr>
              <a:t>佈置</a:t>
            </a:r>
            <a:r>
              <a:rPr lang="en-US" altLang="zh-TW" sz="2900">
                <a:solidFill>
                  <a:schemeClr val="accent1"/>
                </a:solidFill>
              </a:rPr>
              <a:t>)</a:t>
            </a:r>
            <a:endParaRPr lang="zh-TW" altLang="en-US" sz="2900">
              <a:solidFill>
                <a:schemeClr val="accent1"/>
              </a:solidFill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10831" y="987224"/>
            <a:ext cx="300774" cy="1944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365" y="2249046"/>
            <a:ext cx="4592837" cy="38027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zh-TW" altLang="en-US" sz="1400" dirty="0"/>
          </a:p>
          <a:p>
            <a:r>
              <a:rPr lang="zh-TW" altLang="en-US" sz="1400" dirty="0"/>
              <a:t>📍場地：</a:t>
            </a:r>
            <a:r>
              <a:rPr lang="zh-TW" altLang="en-US" sz="1400" dirty="0">
                <a:ea typeface="微軟正黑體"/>
              </a:rPr>
              <a:t>圓山宴會廳</a:t>
            </a:r>
          </a:p>
          <a:p>
            <a:r>
              <a:rPr lang="zh-TW" altLang="en-US" sz="1400" dirty="0"/>
              <a:t>佈置與燈光  含掛怡良布旗</a:t>
            </a:r>
            <a:r>
              <a:rPr lang="en-US" altLang="zh-TW" sz="1400" dirty="0"/>
              <a:t>(</a:t>
            </a:r>
            <a:r>
              <a:rPr lang="zh-TW" altLang="en-US" sz="1400" dirty="0"/>
              <a:t>看公司決定</a:t>
            </a:r>
            <a:r>
              <a:rPr lang="en-US" altLang="zh-TW" sz="1400" dirty="0"/>
              <a:t>)</a:t>
            </a:r>
            <a:endParaRPr lang="zh-TW" altLang="en-US" sz="1400" dirty="0">
              <a:ea typeface="微軟正黑體"/>
            </a:endParaRPr>
          </a:p>
          <a:p>
            <a:r>
              <a:rPr lang="zh-TW" altLang="en-US" sz="1400" dirty="0"/>
              <a:t>🍽️ 餐飲：中式合菜十人桌，共 </a:t>
            </a:r>
            <a:r>
              <a:rPr lang="en-US" altLang="zh-TW" sz="1400" dirty="0"/>
              <a:t>10 </a:t>
            </a:r>
            <a:r>
              <a:rPr lang="zh-TW" altLang="en-US" sz="1400" dirty="0"/>
              <a:t>桌</a:t>
            </a:r>
          </a:p>
          <a:p>
            <a:r>
              <a:rPr lang="zh-TW" altLang="en-US" sz="1400" dirty="0"/>
              <a:t>🎵 </a:t>
            </a:r>
            <a:r>
              <a:rPr lang="zh-TW" altLang="en-US" sz="1400" dirty="0">
                <a:ea typeface="微軟正黑體"/>
              </a:rPr>
              <a:t>場控、音效</a:t>
            </a:r>
            <a:r>
              <a:rPr lang="zh-TW" altLang="en-US" sz="1400" dirty="0"/>
              <a:t>：現場音控 </a:t>
            </a:r>
            <a:r>
              <a:rPr lang="en-US" altLang="zh-TW" sz="1400" dirty="0"/>
              <a:t>+ </a:t>
            </a:r>
            <a:r>
              <a:rPr lang="zh-TW" altLang="en-US" sz="1400" dirty="0"/>
              <a:t>背景音樂</a:t>
            </a:r>
          </a:p>
          <a:p>
            <a:r>
              <a:rPr lang="zh-TW" altLang="en-US" sz="1400" dirty="0"/>
              <a:t>📷 </a:t>
            </a:r>
            <a:r>
              <a:rPr lang="zh-TW" altLang="en-US" sz="1400" dirty="0">
                <a:ea typeface="微軟正黑體"/>
              </a:rPr>
              <a:t>攝影抽簽決定</a:t>
            </a:r>
            <a:r>
              <a:rPr lang="zh-TW" altLang="en-US" sz="1400" dirty="0"/>
              <a:t>：</a:t>
            </a:r>
            <a:r>
              <a:rPr lang="zh-TW" altLang="en-US" sz="1400" dirty="0">
                <a:ea typeface="微軟正黑體"/>
              </a:rPr>
              <a:t>攝影師</a:t>
            </a:r>
            <a:r>
              <a:rPr lang="zh-TW" altLang="en-US" sz="1400" dirty="0"/>
              <a:t>，</a:t>
            </a:r>
            <a:r>
              <a:rPr lang="zh-TW" altLang="en-US" sz="1400" dirty="0">
                <a:ea typeface="微軟正黑體"/>
              </a:rPr>
              <a:t>含團體照與花絮紀錄</a:t>
            </a:r>
          </a:p>
          <a:p>
            <a:endParaRPr lang="zh-TW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F93557-3375-835F-2557-BF886969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尾牙抽獎方式</a:t>
            </a:r>
            <a:r>
              <a:rPr lang="en-US" altLang="zh-TW" dirty="0"/>
              <a:t>(</a:t>
            </a:r>
            <a:r>
              <a:rPr lang="zh-TW" altLang="zh-TW" dirty="0"/>
              <a:t>撲克牌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71563A-FECE-E90E-65D3-215E474D7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zh-TW" dirty="0"/>
          </a:p>
          <a:p>
            <a:r>
              <a:rPr lang="zh-TW" altLang="zh-TW" dirty="0"/>
              <a:t>撲克牌裡面</a:t>
            </a:r>
            <a:r>
              <a:rPr lang="en-US" altLang="zh-TW" dirty="0"/>
              <a:t>54</a:t>
            </a:r>
            <a:r>
              <a:rPr lang="zh-TW" altLang="zh-TW" dirty="0"/>
              <a:t>張，需要</a:t>
            </a:r>
            <a:r>
              <a:rPr lang="en-US" altLang="zh-TW" dirty="0"/>
              <a:t>2</a:t>
            </a:r>
            <a:r>
              <a:rPr lang="zh-TW" altLang="zh-TW" dirty="0"/>
              <a:t>份共</a:t>
            </a:r>
            <a:r>
              <a:rPr lang="en-US" altLang="zh-TW" dirty="0"/>
              <a:t>108</a:t>
            </a:r>
            <a:r>
              <a:rPr lang="zh-TW" altLang="zh-TW" dirty="0"/>
              <a:t>張，總人數需求約</a:t>
            </a:r>
            <a:r>
              <a:rPr lang="en-US" altLang="zh-TW" dirty="0"/>
              <a:t>80</a:t>
            </a:r>
            <a:r>
              <a:rPr lang="zh-TW" altLang="zh-TW" dirty="0"/>
              <a:t>張即可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9637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713A-B506-2080-B460-AC9257C2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8AA51-A3A0-EF4B-CC84-013DBF32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💰 </a:t>
            </a:r>
            <a:r>
              <a:rPr lang="zh-TW"/>
              <a:t>分工</a:t>
            </a:r>
            <a:endParaRPr lang="zh-CN" altLang="en-US">
              <a:ea typeface="方正姚体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EF234-F30B-D278-CF68-93F70C8CD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zh-TW" altLang="en-US" dirty="0">
              <a:ea typeface="微軟正黑體"/>
            </a:endParaRPr>
          </a:p>
          <a:p>
            <a:r>
              <a:rPr lang="zh-TW" dirty="0">
                <a:ea typeface="微軟正黑體"/>
              </a:rPr>
              <a:t>事</a:t>
            </a:r>
            <a:r>
              <a:rPr lang="zh-TW" altLang="en-US" dirty="0">
                <a:ea typeface="微軟正黑體"/>
              </a:rPr>
              <a:t>前佈置(早上11:00)  </a:t>
            </a:r>
            <a:r>
              <a:rPr lang="zh-TW" dirty="0">
                <a:ea typeface="微軟正黑體"/>
              </a:rPr>
              <a:t>抽籤</a:t>
            </a:r>
            <a:r>
              <a:rPr lang="zh-TW" altLang="en-US" dirty="0">
                <a:ea typeface="微軟正黑體"/>
              </a:rPr>
              <a:t>  5人</a:t>
            </a:r>
          </a:p>
          <a:p>
            <a:pPr>
              <a:buClr>
                <a:srgbClr val="EB3D9F"/>
              </a:buClr>
            </a:pPr>
            <a:r>
              <a:rPr lang="zh-TW" dirty="0">
                <a:ea typeface="+mn-lt"/>
                <a:cs typeface="+mn-lt"/>
              </a:rPr>
              <a:t>工作分配</a:t>
            </a:r>
            <a:endParaRPr lang="zh-TW" altLang="en-US" dirty="0">
              <a:ea typeface="微軟正黑體"/>
            </a:endParaRPr>
          </a:p>
          <a:p>
            <a:pPr>
              <a:buClr>
                <a:srgbClr val="EB3D9F"/>
              </a:buClr>
            </a:pPr>
            <a:r>
              <a:rPr lang="zh-TW" dirty="0">
                <a:ea typeface="+mn-lt"/>
                <a:cs typeface="+mn-lt"/>
              </a:rPr>
              <a:t>主持：</a:t>
            </a:r>
            <a:r>
              <a:rPr lang="zh-TW" altLang="en-US" dirty="0">
                <a:ea typeface="+mn-lt"/>
                <a:cs typeface="+mn-lt"/>
              </a:rPr>
              <a:t>主持人 4人 </a:t>
            </a:r>
            <a:r>
              <a:rPr lang="zh-TW" dirty="0">
                <a:ea typeface="+mn-lt"/>
                <a:cs typeface="+mn-lt"/>
              </a:rPr>
              <a:t>分時數前1.5小時2 人</a:t>
            </a:r>
            <a:endParaRPr lang="zh-TW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Clr>
                <a:srgbClr val="EB3D9F"/>
              </a:buClr>
            </a:pPr>
            <a:r>
              <a:rPr lang="zh-TW" dirty="0">
                <a:ea typeface="+mn-lt"/>
                <a:cs typeface="+mn-lt"/>
              </a:rPr>
              <a:t>場控：抽</a:t>
            </a:r>
            <a:r>
              <a:rPr lang="zh-TW" altLang="en-US" dirty="0">
                <a:ea typeface="+mn-lt"/>
                <a:cs typeface="+mn-lt"/>
              </a:rPr>
              <a:t>籤2人</a:t>
            </a:r>
            <a:endParaRPr lang="zh-TW" altLang="en-US" dirty="0"/>
          </a:p>
          <a:p>
            <a:pPr>
              <a:buClr>
                <a:srgbClr val="EB3D9F"/>
              </a:buClr>
            </a:pPr>
            <a:r>
              <a:rPr lang="zh-TW" dirty="0">
                <a:ea typeface="+mn-lt"/>
                <a:cs typeface="+mn-lt"/>
              </a:rPr>
              <a:t>音控：</a:t>
            </a:r>
            <a:r>
              <a:rPr lang="zh-TW" altLang="en-US" dirty="0">
                <a:ea typeface="+mn-lt"/>
                <a:cs typeface="+mn-lt"/>
              </a:rPr>
              <a:t>抽籤1人  </a:t>
            </a:r>
            <a:endParaRPr lang="zh-TW" dirty="0"/>
          </a:p>
          <a:p>
            <a:pPr>
              <a:buClr>
                <a:srgbClr val="EB3D9F"/>
              </a:buClr>
            </a:pPr>
            <a:r>
              <a:rPr lang="zh-TW" dirty="0">
                <a:ea typeface="+mn-lt"/>
                <a:cs typeface="+mn-lt"/>
              </a:rPr>
              <a:t>拍照：</a:t>
            </a:r>
            <a:r>
              <a:rPr lang="zh-TW" altLang="en-US" dirty="0">
                <a:ea typeface="+mn-lt"/>
                <a:cs typeface="+mn-lt"/>
              </a:rPr>
              <a:t>抽籤4人 分時數前1.5小時2 人</a:t>
            </a:r>
            <a:endParaRPr lang="zh-TW" dirty="0"/>
          </a:p>
          <a:p>
            <a:pPr>
              <a:buClr>
                <a:srgbClr val="EB3D9F"/>
              </a:buClr>
            </a:pPr>
            <a:r>
              <a:rPr lang="zh-TW" dirty="0">
                <a:ea typeface="+mn-lt"/>
                <a:cs typeface="+mn-lt"/>
              </a:rPr>
              <a:t>錄影：</a:t>
            </a:r>
            <a:r>
              <a:rPr lang="zh-TW" altLang="en-US" dirty="0">
                <a:ea typeface="+mn-lt"/>
                <a:cs typeface="+mn-lt"/>
              </a:rPr>
              <a:t>抽籤1人  是否有</a:t>
            </a:r>
            <a:r>
              <a:rPr lang="zh-TW" dirty="0">
                <a:ea typeface="+mn-lt"/>
                <a:cs typeface="+mn-lt"/>
              </a:rPr>
              <a:t>錄影</a:t>
            </a:r>
            <a:r>
              <a:rPr lang="zh-TW" altLang="en-US" dirty="0">
                <a:ea typeface="+mn-lt"/>
                <a:cs typeface="+mn-lt"/>
              </a:rPr>
              <a:t>機放置好就可</a:t>
            </a:r>
            <a:endParaRPr lang="zh-TW" altLang="en-US" dirty="0"/>
          </a:p>
          <a:p>
            <a:pPr>
              <a:buClr>
                <a:srgbClr val="EB3D9F"/>
              </a:buClr>
            </a:pPr>
            <a:r>
              <a:rPr lang="zh-TW" dirty="0">
                <a:ea typeface="+mn-lt"/>
                <a:cs typeface="+mn-lt"/>
              </a:rPr>
              <a:t>頒獎：</a:t>
            </a:r>
            <a:r>
              <a:rPr lang="zh-TW" altLang="en-US" dirty="0">
                <a:ea typeface="+mn-lt"/>
                <a:cs typeface="+mn-lt"/>
              </a:rPr>
              <a:t>抽籤4人 </a:t>
            </a:r>
            <a:r>
              <a:rPr lang="zh-TW" dirty="0">
                <a:ea typeface="+mn-lt"/>
                <a:cs typeface="+mn-lt"/>
              </a:rPr>
              <a:t>分時數前1.5小時2 人</a:t>
            </a:r>
            <a:endParaRPr lang="zh-TW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Clr>
                <a:srgbClr val="EB3D9F"/>
              </a:buClr>
            </a:pPr>
            <a:r>
              <a:rPr lang="zh-TW" altLang="en-US" dirty="0">
                <a:ea typeface="微軟正黑體"/>
              </a:rPr>
              <a:t>尾牙結束後:抽籤2人協助</a:t>
            </a:r>
          </a:p>
          <a:p>
            <a:pPr>
              <a:buClr>
                <a:srgbClr val="EB3D9F"/>
              </a:buClr>
            </a:pPr>
            <a:endParaRPr lang="zh-TW" altLang="en-US" dirty="0">
              <a:ea typeface="微軟正黑體"/>
            </a:endParaRPr>
          </a:p>
          <a:p>
            <a:pPr marL="0" indent="0">
              <a:buClr>
                <a:srgbClr val="EB3D9F"/>
              </a:buClr>
              <a:buNone/>
            </a:pPr>
            <a:r>
              <a:rPr lang="zh-TW" dirty="0">
                <a:ea typeface="微軟正黑體"/>
              </a:rPr>
              <a:t> </a:t>
            </a:r>
            <a:r>
              <a:rPr lang="zh-TW" altLang="en-US" dirty="0">
                <a:ea typeface="微軟正黑體"/>
              </a:rPr>
              <a:t> </a:t>
            </a:r>
            <a:endParaRPr lang="zh-TW" dirty="0">
              <a:ea typeface="微軟正黑體"/>
            </a:endParaRPr>
          </a:p>
          <a:p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2342749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EA06921-3C0C-4126-AF75-9499D4839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B8087084-CC7C-4D37-B821-F12CD3D29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27EF3C6-8AF8-41C0-B4DF-664F24087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6AD5CB4-13ED-4F2B-BA75-CA731F668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C2FD3B8-D702-4F83-BA99-D23921211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AF0D977-DBC6-44B7-93FB-3F76406CF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B3ED27DF-D17E-4922-8394-821ED9253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800084EB-3C31-445C-8B2E-F43BA7ED3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5EE7F4D6-BE2E-41A9-A417-BA1AE4583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8805A789-4E10-46CF-A22B-8841C1CDF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9BD0D630-7987-48B7-A636-0ED234E22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4E7D46D-851A-4DA9-B24D-19DAE1FCF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A38A754-A53E-469C-B89B-6C7FF9607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AC17457-E557-440A-B5E0-40DFEEC89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D697814-F310-40D2-8E79-93C18810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0CA691A3-EEBB-46A7-A973-B1E2DD112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7361B78-110B-4437-8058-4E05A4234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7B9FFE1-BC8C-4C55-AE5D-8FDD78001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F87417E-9520-42E0-84D2-0C0225481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1235F6B6-5324-426D-84BE-EF96FD430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093C61D3-C80D-4599-8280-763868B24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D6D942F2-89B9-4755-89D9-436583176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C40B6375-7479-45C4-8B99-EA1CF75F3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bg1">
                <a:lumMod val="65000"/>
              </a:schemeClr>
            </a:solidFill>
          </a:ln>
          <a:effectLst>
            <a:outerShdw blurRad="762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0982B1B6-612C-D9E8-807E-CB82ABA35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2730870"/>
              </p:ext>
            </p:extLst>
          </p:nvPr>
        </p:nvGraphicFramePr>
        <p:xfrm>
          <a:off x="482600" y="972366"/>
          <a:ext cx="8178802" cy="505270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637307">
                  <a:extLst>
                    <a:ext uri="{9D8B030D-6E8A-4147-A177-3AD203B41FA5}">
                      <a16:colId xmlns:a16="http://schemas.microsoft.com/office/drawing/2014/main" val="278690877"/>
                    </a:ext>
                  </a:extLst>
                </a:gridCol>
                <a:gridCol w="890421">
                  <a:extLst>
                    <a:ext uri="{9D8B030D-6E8A-4147-A177-3AD203B41FA5}">
                      <a16:colId xmlns:a16="http://schemas.microsoft.com/office/drawing/2014/main" val="2672703953"/>
                    </a:ext>
                  </a:extLst>
                </a:gridCol>
                <a:gridCol w="1726504">
                  <a:extLst>
                    <a:ext uri="{9D8B030D-6E8A-4147-A177-3AD203B41FA5}">
                      <a16:colId xmlns:a16="http://schemas.microsoft.com/office/drawing/2014/main" val="201416479"/>
                    </a:ext>
                  </a:extLst>
                </a:gridCol>
                <a:gridCol w="3185948">
                  <a:extLst>
                    <a:ext uri="{9D8B030D-6E8A-4147-A177-3AD203B41FA5}">
                      <a16:colId xmlns:a16="http://schemas.microsoft.com/office/drawing/2014/main" val="3319576487"/>
                    </a:ext>
                  </a:extLst>
                </a:gridCol>
                <a:gridCol w="1738622">
                  <a:extLst>
                    <a:ext uri="{9D8B030D-6E8A-4147-A177-3AD203B41FA5}">
                      <a16:colId xmlns:a16="http://schemas.microsoft.com/office/drawing/2014/main" val="1201410534"/>
                    </a:ext>
                  </a:extLst>
                </a:gridCol>
              </a:tblGrid>
              <a:tr h="35122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序號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時段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流程內容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備註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工作人員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695793"/>
                  </a:ext>
                </a:extLst>
              </a:tr>
              <a:tr h="54364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11:00-11:30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工作人員集合、場地佈置確認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af-ZA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check-list 1)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與第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位到場員工核對授彩條人名 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2)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確認舞台可否容納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8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人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前置5人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03202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12:00-12:03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主持人開場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zh-TW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主持人、</a:t>
                      </a:r>
                      <a:r>
                        <a:rPr lang="zh-TW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拍照</a:t>
                      </a:r>
                      <a:endParaRPr lang="zh-TW" altLang="en-US" sz="900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937922"/>
                  </a:ext>
                </a:extLst>
              </a:tr>
              <a:tr h="34131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12:03-12:15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長官致詞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董事長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/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總經理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/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副總*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2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名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zh-TW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拍照</a:t>
                      </a:r>
                      <a:endParaRPr lang="zh-TW" sz="1100">
                        <a:solidFill>
                          <a:schemeClr val="tx1"/>
                        </a:solidFill>
                      </a:endParaRP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93832"/>
                  </a:ext>
                </a:extLst>
              </a:tr>
              <a:tr h="54273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12:15-12:20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出菜；</a:t>
                      </a:r>
                      <a:r>
                        <a:rPr lang="en-US" sz="900" b="0" i="0" u="none" strike="noStrike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有獎徵答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【終極密碼】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紅包5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00*10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包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主持人 、</a:t>
                      </a:r>
                      <a:r>
                        <a:rPr lang="zh-TW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拍照、頒獎工作人員</a:t>
                      </a:r>
                      <a:endParaRPr lang="zh-TW" sz="1000">
                        <a:solidFill>
                          <a:schemeClr val="tx1"/>
                        </a:solidFill>
                      </a:endParaRP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856020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12:20-12:30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用餐時間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開放現場卡拉</a:t>
                      </a:r>
                      <a:r>
                        <a:rPr lang="af-ZA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OK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歌唱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場控、</a:t>
                      </a:r>
                      <a:r>
                        <a:rPr lang="zh-TW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拍照</a:t>
                      </a:r>
                      <a:r>
                        <a:rPr lang="zh-TW" altLang="en-US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、音控</a:t>
                      </a:r>
                      <a:endParaRPr lang="zh-TW" altLang="en-US" sz="900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575511"/>
                  </a:ext>
                </a:extLst>
              </a:tr>
              <a:tr h="34131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12:30-12:40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尾牙抽獎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【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前三獎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】</a:t>
                      </a:r>
                      <a:endParaRPr lang="zh-TW" altLang="en-US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尾牙抽前三獎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14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名，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5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名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組拍照留念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zh-TW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頒獎工作人員</a:t>
                      </a:r>
                      <a:endParaRPr lang="zh-TW" sz="1100">
                        <a:solidFill>
                          <a:schemeClr val="tx1"/>
                        </a:solidFill>
                      </a:endParaRP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444711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7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12:40-12:50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用餐時間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開放現場卡拉</a:t>
                      </a:r>
                      <a:r>
                        <a:rPr lang="af-ZA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OK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歌唱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場控、</a:t>
                      </a:r>
                      <a:r>
                        <a:rPr lang="zh-TW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拍照</a:t>
                      </a:r>
                      <a:r>
                        <a:rPr lang="zh-TW" altLang="en-US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、音控</a:t>
                      </a:r>
                      <a:endParaRPr lang="zh-TW" altLang="en-US" sz="900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185246"/>
                  </a:ext>
                </a:extLst>
              </a:tr>
              <a:tr h="54273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12:50-13:20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頒獎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【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業績獎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】【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年資獎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】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年資獎牌頒發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zh-TW" altLang="en-US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主持人 </a:t>
                      </a:r>
                      <a:r>
                        <a:rPr lang="zh-TW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頒獎工作人員、拍照</a:t>
                      </a:r>
                      <a:endParaRPr lang="zh-TW" sz="1100">
                        <a:solidFill>
                          <a:schemeClr val="tx1"/>
                        </a:solidFill>
                      </a:endParaRP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945837"/>
                  </a:ext>
                </a:extLst>
              </a:tr>
              <a:tr h="54273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9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13:20-13:40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遊戲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【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賓果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】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紅包5</a:t>
                      </a: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00*10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包</a:t>
                      </a:r>
                      <a:endParaRPr lang="en-US" altLang="zh-TW" sz="9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zh-TW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主持人 頒獎工作人員、拍照</a:t>
                      </a:r>
                      <a:endParaRPr lang="zh-TW" sz="1100">
                        <a:solidFill>
                          <a:schemeClr val="tx1"/>
                        </a:solidFill>
                      </a:endParaRP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665865"/>
                  </a:ext>
                </a:extLst>
              </a:tr>
              <a:tr h="34131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10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13:40-15:00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用餐時間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開放現場卡拉</a:t>
                      </a:r>
                      <a:r>
                        <a:rPr lang="af-ZA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OK</a:t>
                      </a: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歌唱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zh-TW" sz="9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場控、</a:t>
                      </a:r>
                      <a:r>
                        <a:rPr lang="zh-TW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拍照、音控</a:t>
                      </a:r>
                      <a:endParaRPr lang="zh-TW" altLang="en-US" sz="1000" b="0" i="0" u="none" strike="noStrike" noProof="0">
                        <a:solidFill>
                          <a:schemeClr val="tx1"/>
                        </a:solidFill>
                        <a:effectLst/>
                        <a:latin typeface="Trebuchet MS"/>
                      </a:endParaRP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84441"/>
                  </a:ext>
                </a:extLst>
              </a:tr>
              <a:tr h="34131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11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15:00</a:t>
                      </a:r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TW" altLang="en-US" sz="9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餐會結束</a:t>
                      </a:r>
                      <a:endParaRPr lang="zh-TW" sz="900"/>
                    </a:p>
                  </a:txBody>
                  <a:tcPr marL="125525" marR="94144" marT="62762" marB="627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                                                                                        </a:t>
                      </a:r>
                      <a:endParaRPr lang="zh-TW" sz="1100"/>
                    </a:p>
                  </a:txBody>
                  <a:tcPr marL="125525" marR="94144" marT="62762" marB="6276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1000" b="0" i="0" u="none" strike="noStrike" noProof="0">
                          <a:solidFill>
                            <a:schemeClr val="tx1"/>
                          </a:solidFill>
                          <a:latin typeface="Trebuchet MS"/>
                        </a:rPr>
                        <a:t>結束2人</a:t>
                      </a:r>
                    </a:p>
                  </a:txBody>
                  <a:tcPr marL="125525" marR="94144" marT="62762" marB="6276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099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90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3" y="2349925"/>
            <a:ext cx="2624234" cy="2456442"/>
          </a:xfrm>
        </p:spPr>
        <p:txBody>
          <a:bodyPr>
            <a:normAutofit/>
          </a:bodyPr>
          <a:lstStyle/>
          <a:p>
            <a:r>
              <a:t>🎲 </a:t>
            </a:r>
            <a:r>
              <a:rPr lang="zh-TW"/>
              <a:t>遊戲</a:t>
            </a:r>
            <a:endParaRPr lang="zh-TW" altLang="en-US"/>
          </a:p>
          <a:p>
            <a:endParaRPr lang="zh-TW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78820B-9B9E-360A-CA15-0F07F4FB4D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836543"/>
              </p:ext>
            </p:extLst>
          </p:nvPr>
        </p:nvGraphicFramePr>
        <p:xfrm>
          <a:off x="4080272" y="1125538"/>
          <a:ext cx="4229100" cy="4603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BEF80-DEA6-6803-1C73-448DB9140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473" y="2349925"/>
            <a:ext cx="2624234" cy="2456442"/>
          </a:xfrm>
        </p:spPr>
        <p:txBody>
          <a:bodyPr>
            <a:normAutofit/>
          </a:bodyPr>
          <a:lstStyle/>
          <a:p>
            <a:r>
              <a:rPr lang="zh-TW"/>
              <a:t>獎品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F02571-C542-3116-5CDA-D46073F4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320040"/>
            <a:ext cx="2743200" cy="3200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ADE8FC1-DD1F-46C2-915D-88802E8B029B}" type="datetime1">
              <a:rPr lang="en-US" altLang="zh-TW"/>
              <a:pPr>
                <a:spcAft>
                  <a:spcPts val="600"/>
                </a:spcAft>
              </a:pPr>
              <a:t>11/20/2025</a:t>
            </a:fld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09AE49-738A-F94A-98A1-0D466E515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2410" y="320040"/>
            <a:ext cx="685800" cy="32004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EB782A-8982-3B15-1189-6E0E34C10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6227064"/>
            <a:ext cx="7941564" cy="320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
              </a:t>
            </a:r>
          </a:p>
        </p:txBody>
      </p:sp>
      <p:graphicFrame>
        <p:nvGraphicFramePr>
          <p:cNvPr id="8" name="內容版面配置區 2">
            <a:extLst>
              <a:ext uri="{FF2B5EF4-FFF2-40B4-BE49-F238E27FC236}">
                <a16:creationId xmlns:a16="http://schemas.microsoft.com/office/drawing/2014/main" id="{CEF87CA9-1EA9-4B70-1BBA-43A16FF168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1163865"/>
              </p:ext>
            </p:extLst>
          </p:nvPr>
        </p:nvGraphicFramePr>
        <p:xfrm>
          <a:off x="4080272" y="1125538"/>
          <a:ext cx="4229100" cy="4603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00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💰 </a:t>
            </a:r>
            <a:r>
              <a:rPr lang="zh-TW"/>
              <a:t>預算</a:t>
            </a:r>
            <a:endParaRPr lang="zh-TW" alt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7BF64E-18D9-CA46-75E0-6F5F53770E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1903684"/>
              </p:ext>
            </p:extLst>
          </p:nvPr>
        </p:nvGraphicFramePr>
        <p:xfrm>
          <a:off x="3965418" y="803186"/>
          <a:ext cx="4541679" cy="5248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地圖集">
  <a:themeElements>
    <a:clrScheme name="地圖集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地圖集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地圖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TM16401371[[fn=地圖集]]</Template>
  <TotalTime>65</TotalTime>
  <Words>487</Words>
  <Application>Microsoft Office PowerPoint</Application>
  <PresentationFormat>如螢幕大小 (4:3)</PresentationFormat>
  <Paragraphs>106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6" baseType="lpstr">
      <vt:lpstr>方正姚体</vt:lpstr>
      <vt:lpstr>quote-cjk-patch</vt:lpstr>
      <vt:lpstr>微軟正黑體</vt:lpstr>
      <vt:lpstr>Calibri Light</vt:lpstr>
      <vt:lpstr>Rockwell</vt:lpstr>
      <vt:lpstr>Trebuchet MS</vt:lpstr>
      <vt:lpstr>Wingdings</vt:lpstr>
      <vt:lpstr>地圖集</vt:lpstr>
      <vt:lpstr> 2025 尾牙活動企劃案</vt:lpstr>
      <vt:lpstr>🍱 餐飲與場地安排(佈置)</vt:lpstr>
      <vt:lpstr>尾牙抽獎方式(撲克牌)</vt:lpstr>
      <vt:lpstr>💰 分工</vt:lpstr>
      <vt:lpstr>PowerPoint 簡報</vt:lpstr>
      <vt:lpstr>🎲 遊戲 </vt:lpstr>
      <vt:lpstr>獎品</vt:lpstr>
      <vt:lpstr>💰 預算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怡良 電機</cp:lastModifiedBy>
  <cp:revision>417</cp:revision>
  <dcterms:created xsi:type="dcterms:W3CDTF">2013-01-27T09:14:16Z</dcterms:created>
  <dcterms:modified xsi:type="dcterms:W3CDTF">2025-11-20T02:32:27Z</dcterms:modified>
  <cp:category/>
</cp:coreProperties>
</file>